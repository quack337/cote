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B6359AF-7B8F-4C92-A384-7B65AAFCEEB6}" v="4" dt="2025-06-20T22:55:42.03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5854" autoAdjust="0"/>
    <p:restoredTop sz="94719"/>
  </p:normalViewPr>
  <p:slideViewPr>
    <p:cSldViewPr snapToGrid="0">
      <p:cViewPr>
        <p:scale>
          <a:sx n="188" d="100"/>
          <a:sy n="188" d="100"/>
        </p:scale>
        <p:origin x="-3184" y="-23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이승진" userId="57c4eee3-e530-4bc5-994b-50cae7b3df22" providerId="ADAL" clId="{EB6359AF-7B8F-4C92-A384-7B65AAFCEEB6}"/>
    <pc:docChg chg="custSel modSld">
      <pc:chgData name="이승진" userId="57c4eee3-e530-4bc5-994b-50cae7b3df22" providerId="ADAL" clId="{EB6359AF-7B8F-4C92-A384-7B65AAFCEEB6}" dt="2025-06-24T19:07:09.280" v="44" actId="3064"/>
      <pc:docMkLst>
        <pc:docMk/>
      </pc:docMkLst>
      <pc:sldChg chg="addSp delSp modSp mod">
        <pc:chgData name="이승진" userId="57c4eee3-e530-4bc5-994b-50cae7b3df22" providerId="ADAL" clId="{EB6359AF-7B8F-4C92-A384-7B65AAFCEEB6}" dt="2025-06-24T19:07:09.280" v="44" actId="3064"/>
        <pc:sldMkLst>
          <pc:docMk/>
          <pc:sldMk cId="1679652878" sldId="256"/>
        </pc:sldMkLst>
        <pc:spChg chg="mod">
          <ac:chgData name="이승진" userId="57c4eee3-e530-4bc5-994b-50cae7b3df22" providerId="ADAL" clId="{EB6359AF-7B8F-4C92-A384-7B65AAFCEEB6}" dt="2025-06-24T19:07:09.280" v="44" actId="3064"/>
          <ac:spMkLst>
            <pc:docMk/>
            <pc:sldMk cId="1679652878" sldId="256"/>
            <ac:spMk id="2" creationId="{27A7A920-A48B-3061-456B-216B9E42F18C}"/>
          </ac:spMkLst>
        </pc:spChg>
        <pc:spChg chg="add mod">
          <ac:chgData name="이승진" userId="57c4eee3-e530-4bc5-994b-50cae7b3df22" providerId="ADAL" clId="{EB6359AF-7B8F-4C92-A384-7B65AAFCEEB6}" dt="2025-06-19T04:57:14.600" v="33" actId="1076"/>
          <ac:spMkLst>
            <pc:docMk/>
            <pc:sldMk cId="1679652878" sldId="256"/>
            <ac:spMk id="4" creationId="{8749F2F9-D534-037D-DF62-887A3C4E80BE}"/>
          </ac:spMkLst>
        </pc:spChg>
        <pc:spChg chg="mod">
          <ac:chgData name="이승진" userId="57c4eee3-e530-4bc5-994b-50cae7b3df22" providerId="ADAL" clId="{EB6359AF-7B8F-4C92-A384-7B65AAFCEEB6}" dt="2025-06-19T04:55:58.793" v="18" actId="1076"/>
          <ac:spMkLst>
            <pc:docMk/>
            <pc:sldMk cId="1679652878" sldId="256"/>
            <ac:spMk id="93" creationId="{C1CAA84D-1BE2-B2EF-6FC5-15AC03BE0DC6}"/>
          </ac:spMkLst>
        </pc:spChg>
        <pc:spChg chg="mod">
          <ac:chgData name="이승진" userId="57c4eee3-e530-4bc5-994b-50cae7b3df22" providerId="ADAL" clId="{EB6359AF-7B8F-4C92-A384-7B65AAFCEEB6}" dt="2025-06-19T04:55:58.793" v="18" actId="1076"/>
          <ac:spMkLst>
            <pc:docMk/>
            <pc:sldMk cId="1679652878" sldId="256"/>
            <ac:spMk id="95" creationId="{C94DA40D-5513-D1BC-FBA8-582A947DA832}"/>
          </ac:spMkLst>
        </pc:spChg>
        <pc:spChg chg="mod">
          <ac:chgData name="이승진" userId="57c4eee3-e530-4bc5-994b-50cae7b3df22" providerId="ADAL" clId="{EB6359AF-7B8F-4C92-A384-7B65AAFCEEB6}" dt="2025-06-19T04:55:58.793" v="18" actId="1076"/>
          <ac:spMkLst>
            <pc:docMk/>
            <pc:sldMk cId="1679652878" sldId="256"/>
            <ac:spMk id="99" creationId="{51F971D1-27DA-0B1F-6062-F4977C40D3EB}"/>
          </ac:spMkLst>
        </pc:spChg>
        <pc:spChg chg="mod">
          <ac:chgData name="이승진" userId="57c4eee3-e530-4bc5-994b-50cae7b3df22" providerId="ADAL" clId="{EB6359AF-7B8F-4C92-A384-7B65AAFCEEB6}" dt="2025-06-19T04:55:58.793" v="18" actId="1076"/>
          <ac:spMkLst>
            <pc:docMk/>
            <pc:sldMk cId="1679652878" sldId="256"/>
            <ac:spMk id="101" creationId="{203284D8-C50D-0CC4-0279-117B8BD7D248}"/>
          </ac:spMkLst>
        </pc:spChg>
        <pc:graphicFrameChg chg="add mod">
          <ac:chgData name="이승진" userId="57c4eee3-e530-4bc5-994b-50cae7b3df22" providerId="ADAL" clId="{EB6359AF-7B8F-4C92-A384-7B65AAFCEEB6}" dt="2025-06-20T22:55:42.037" v="43"/>
          <ac:graphicFrameMkLst>
            <pc:docMk/>
            <pc:sldMk cId="1679652878" sldId="256"/>
            <ac:graphicFrameMk id="3" creationId="{6A07B54A-3B2E-603E-9558-4AE471D7EDC3}"/>
          </ac:graphicFrameMkLst>
        </pc:graphicFrameChg>
        <pc:cxnChg chg="add mod">
          <ac:chgData name="이승진" userId="57c4eee3-e530-4bc5-994b-50cae7b3df22" providerId="ADAL" clId="{EB6359AF-7B8F-4C92-A384-7B65AAFCEEB6}" dt="2025-06-19T04:58:19.815" v="42" actId="14100"/>
          <ac:cxnSpMkLst>
            <pc:docMk/>
            <pc:sldMk cId="1679652878" sldId="256"/>
            <ac:cxnSpMk id="6" creationId="{644DE855-DD67-A102-886B-E206D479E5E5}"/>
          </ac:cxnSpMkLst>
        </pc:cxnChg>
        <pc:cxnChg chg="mod">
          <ac:chgData name="이승진" userId="57c4eee3-e530-4bc5-994b-50cae7b3df22" providerId="ADAL" clId="{EB6359AF-7B8F-4C92-A384-7B65AAFCEEB6}" dt="2025-06-19T04:55:58.793" v="18" actId="1076"/>
          <ac:cxnSpMkLst>
            <pc:docMk/>
            <pc:sldMk cId="1679652878" sldId="256"/>
            <ac:cxnSpMk id="94" creationId="{C7760A2B-37A5-DECD-302E-769C19F7A9D1}"/>
          </ac:cxnSpMkLst>
        </pc:cxnChg>
        <pc:cxnChg chg="mod">
          <ac:chgData name="이승진" userId="57c4eee3-e530-4bc5-994b-50cae7b3df22" providerId="ADAL" clId="{EB6359AF-7B8F-4C92-A384-7B65AAFCEEB6}" dt="2025-06-19T04:55:58.793" v="18" actId="1076"/>
          <ac:cxnSpMkLst>
            <pc:docMk/>
            <pc:sldMk cId="1679652878" sldId="256"/>
            <ac:cxnSpMk id="97" creationId="{27056801-FC39-66F2-EEC3-8F5B2480F870}"/>
          </ac:cxnSpMkLst>
        </pc:cxnChg>
        <pc:cxnChg chg="mod">
          <ac:chgData name="이승진" userId="57c4eee3-e530-4bc5-994b-50cae7b3df22" providerId="ADAL" clId="{EB6359AF-7B8F-4C92-A384-7B65AAFCEEB6}" dt="2025-06-19T04:55:58.793" v="18" actId="1076"/>
          <ac:cxnSpMkLst>
            <pc:docMk/>
            <pc:sldMk cId="1679652878" sldId="256"/>
            <ac:cxnSpMk id="102" creationId="{20C1D5B4-26D3-6D2F-9346-C16CFFA62F6D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K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DF5726-9808-4841-BA53-65E9EE74BEC3}" type="datetimeFigureOut">
              <a:t>1/29/26</a:t>
            </a:fld>
            <a:endParaRPr lang="en-K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K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K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6CA8F9-ECD1-8F43-A37D-B5317772EC61}" type="slidenum"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18431673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6CA8F9-ECD1-8F43-A37D-B5317772EC61}" type="slidenum">
              <a:t>1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13915191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1A1456-DE0C-E130-4CAF-BB09946F1A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C678825-AD8A-2EBD-0BCB-FA074B4F7B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ko-KR"/>
              <a:t>Click to edit Master subtitle style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7D0C98-262F-18BE-EFA1-FEBA329880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A0071-D323-4306-B194-69F113F61C9F}" type="datetimeFigureOut">
              <a:rPr lang="ko-KR" altLang="en-US" smtClean="0"/>
              <a:t>2026. 1. 29.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B6FA9A-DBEB-2519-FF0C-625E219016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84BCC6-1BEF-9513-F87D-6A8C37C2E8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B015C9-E75D-49D9-AD91-82E49446D14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98770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858D09-D325-F7BF-D51E-4EE6868EB9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F9B856-2EFF-62C3-298E-F46CCB05A2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932C48-084A-6304-F74E-C7F5E53C0B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A0071-D323-4306-B194-69F113F61C9F}" type="datetimeFigureOut">
              <a:rPr lang="ko-KR" altLang="en-US" smtClean="0"/>
              <a:t>2026. 1. 29.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8875CF-C43D-89FA-7341-B4081E4D55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C95B43-4360-BBEB-7E3A-1A057F4D55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B015C9-E75D-49D9-AD91-82E49446D14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79355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E9A9D6-1E2F-7643-BB2B-3598C9BF1D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668913-3A8F-DA8B-678E-F242527FCB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10656A-97B6-45A7-9D2C-4C4002597C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A0071-D323-4306-B194-69F113F61C9F}" type="datetimeFigureOut">
              <a:rPr lang="ko-KR" altLang="en-US" smtClean="0"/>
              <a:t>2026. 1. 29.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87A41E-8E09-1C64-2203-7CB7C78578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0A1210-EA12-16E6-6258-0F202F3600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B015C9-E75D-49D9-AD91-82E49446D14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554627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4986ED-2993-69F7-7E8A-329B69934B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F7D708-4315-1882-5567-42FCC084286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BDCE94-FEAB-CAD6-BECF-F419B9C80F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98511E-BF83-15BF-65EA-DDF6BDC067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A0071-D323-4306-B194-69F113F61C9F}" type="datetimeFigureOut">
              <a:rPr lang="ko-KR" altLang="en-US" smtClean="0"/>
              <a:t>2026. 1. 29.</a:t>
            </a:fld>
            <a:endParaRPr lang="ko-KR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47E402-DC1C-3035-42C4-1C491770AD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39993C-49D8-E52E-B48F-8B1EAC774F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B015C9-E75D-49D9-AD91-82E49446D14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61450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AA326A-47D7-D92F-EE06-AC46DE75E1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9B81BA-AC1E-3660-1D48-24210D4854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3C29DB-8D77-C794-4186-1971B9C395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2E1CCD6-9CB6-BD13-F549-522ABD0193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BA8F0B9-0AF6-BD9C-4E33-DB45365E405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528B6A3-A83F-FAF5-7103-38579FF484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A0071-D323-4306-B194-69F113F61C9F}" type="datetimeFigureOut">
              <a:rPr lang="ko-KR" altLang="en-US" smtClean="0"/>
              <a:t>2026. 1. 29.</a:t>
            </a:fld>
            <a:endParaRPr lang="ko-KR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7D506BD-CC7C-DF86-17F0-1B0D7CB49E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AFE9B99-09AC-F240-5788-C577693B90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B015C9-E75D-49D9-AD91-82E49446D14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608719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E36B63-134E-3263-3350-DAF8898717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7457853-8768-0A43-2903-45D61D8D08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A0071-D323-4306-B194-69F113F61C9F}" type="datetimeFigureOut">
              <a:rPr lang="ko-KR" altLang="en-US" smtClean="0"/>
              <a:t>2026. 1. 29.</a:t>
            </a:fld>
            <a:endParaRPr lang="ko-KR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4A992D3-ACCF-DD4F-D242-D11366313B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19D5BD-D987-1381-BB53-BA22A172B1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B015C9-E75D-49D9-AD91-82E49446D14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41299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9998106-1BA7-B0E1-38B9-442ACAAB2F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A0071-D323-4306-B194-69F113F61C9F}" type="datetimeFigureOut">
              <a:rPr lang="ko-KR" altLang="en-US" smtClean="0"/>
              <a:t>2026. 1. 29.</a:t>
            </a:fld>
            <a:endParaRPr lang="ko-KR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55D0E6A-2748-8694-AEA3-1E869B64CE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9C1C71-870E-264A-2B8C-FD8A5D43FE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B015C9-E75D-49D9-AD91-82E49446D14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398569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CF48C1-4AC8-0AE8-BC37-E37F03015F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82A5EA-5C6C-A370-7112-25AA82EEA3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235B4D-7ED3-66BA-2D7A-ECDF7B49DA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7AAD75-73C9-AD31-DFC4-4D9F286EB1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A0071-D323-4306-B194-69F113F61C9F}" type="datetimeFigureOut">
              <a:rPr lang="ko-KR" altLang="en-US" smtClean="0"/>
              <a:t>2026. 1. 29.</a:t>
            </a:fld>
            <a:endParaRPr lang="ko-KR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A3C187-7C26-F246-DAB7-4B2D77082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0A0BD6-B699-B0D2-852C-CD1E327785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B015C9-E75D-49D9-AD91-82E49446D14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87803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97D7A2-4E38-FF82-7F0A-AA6016E0B7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3DB5515-BEDB-AFAE-4889-9A9576F05E6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0FBDE90-0D38-31D9-E64D-F1B8A54EBF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CB752F-7C32-B03F-46D9-88DD3E3639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A0071-D323-4306-B194-69F113F61C9F}" type="datetimeFigureOut">
              <a:rPr lang="ko-KR" altLang="en-US" smtClean="0"/>
              <a:t>2026. 1. 29.</a:t>
            </a:fld>
            <a:endParaRPr lang="ko-KR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496C9C-3F17-ED86-454B-5BAF7CD95B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AD36D0-1E38-5CF4-3A6B-96FC775213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B015C9-E75D-49D9-AD91-82E49446D14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709896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CF316D-93D6-51A2-E64F-DE4142E479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588C5E-F108-23CB-856C-43643FCE88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4F6BDE-E528-0256-6B15-2FCD2420F1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A0071-D323-4306-B194-69F113F61C9F}" type="datetimeFigureOut">
              <a:rPr lang="ko-KR" altLang="en-US" smtClean="0"/>
              <a:t>2026. 1. 29.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BFDDBF-C3AB-3403-0F5B-D78B52C92E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078768-DCED-4DE2-4FCA-15EE6CCBC5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B015C9-E75D-49D9-AD91-82E49446D14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61603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62BF2A9-A931-924D-A2A2-CFC737BEB07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8CB469-F1C1-9230-357D-0F64C03C4A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3D1C72-380B-FB7D-E5F0-73AC33AE4F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A0071-D323-4306-B194-69F113F61C9F}" type="datetimeFigureOut">
              <a:rPr lang="ko-KR" altLang="en-US" smtClean="0"/>
              <a:t>2026. 1. 29.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B2AA75-6656-7177-12E6-CD348DBEC5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F85730-E433-B65F-BCE7-218B24D8AB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B015C9-E75D-49D9-AD91-82E49446D14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82889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9032354-E469-AD2D-F8E6-0BDEC8A544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77E986-BC5B-40C1-0B86-F98D541ED7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C6B242-CE93-29BD-994B-F290278ED1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96A0071-D323-4306-B194-69F113F61C9F}" type="datetimeFigureOut">
              <a:rPr lang="ko-KR" altLang="en-US" smtClean="0"/>
              <a:t>2026. 1. 29.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F44C48-AE27-5C08-25F8-A798E24AAF1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2E6DEE-ABAA-5643-EA0C-45F82FBB4B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0B015C9-E75D-49D9-AD91-82E49446D14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592283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riangle 6">
            <a:extLst>
              <a:ext uri="{FF2B5EF4-FFF2-40B4-BE49-F238E27FC236}">
                <a16:creationId xmlns:a16="http://schemas.microsoft.com/office/drawing/2014/main" id="{A95EEBF0-94D1-5DB3-5F2F-F8DC6C738A62}"/>
              </a:ext>
            </a:extLst>
          </p:cNvPr>
          <p:cNvSpPr/>
          <p:nvPr/>
        </p:nvSpPr>
        <p:spPr>
          <a:xfrm>
            <a:off x="2923721" y="314354"/>
            <a:ext cx="1750263" cy="812358"/>
          </a:xfrm>
          <a:custGeom>
            <a:avLst/>
            <a:gdLst>
              <a:gd name="csX0" fmla="*/ 0 w 1060704"/>
              <a:gd name="csY0" fmla="*/ 914400 h 914400"/>
              <a:gd name="csX1" fmla="*/ 530352 w 1060704"/>
              <a:gd name="csY1" fmla="*/ 0 h 914400"/>
              <a:gd name="csX2" fmla="*/ 1060704 w 1060704"/>
              <a:gd name="csY2" fmla="*/ 914400 h 914400"/>
              <a:gd name="csX3" fmla="*/ 0 w 1060704"/>
              <a:gd name="csY3" fmla="*/ 914400 h 914400"/>
              <a:gd name="csX0" fmla="*/ 0 w 1508547"/>
              <a:gd name="csY0" fmla="*/ 765544 h 765544"/>
              <a:gd name="csX1" fmla="*/ 1508547 w 1508547"/>
              <a:gd name="csY1" fmla="*/ 0 h 765544"/>
              <a:gd name="csX2" fmla="*/ 1060704 w 1508547"/>
              <a:gd name="csY2" fmla="*/ 765544 h 765544"/>
              <a:gd name="csX3" fmla="*/ 0 w 1508547"/>
              <a:gd name="csY3" fmla="*/ 765544 h 765544"/>
              <a:gd name="csX0" fmla="*/ 0 w 1784993"/>
              <a:gd name="csY0" fmla="*/ 850604 h 850604"/>
              <a:gd name="csX1" fmla="*/ 1784993 w 1784993"/>
              <a:gd name="csY1" fmla="*/ 0 h 850604"/>
              <a:gd name="csX2" fmla="*/ 1060704 w 1784993"/>
              <a:gd name="csY2" fmla="*/ 850604 h 850604"/>
              <a:gd name="csX3" fmla="*/ 0 w 1784993"/>
              <a:gd name="csY3" fmla="*/ 850604 h 850604"/>
              <a:gd name="csX0" fmla="*/ 0 w 1781761"/>
              <a:gd name="csY0" fmla="*/ 844007 h 844007"/>
              <a:gd name="csX1" fmla="*/ 1781761 w 1781761"/>
              <a:gd name="csY1" fmla="*/ 0 h 844007"/>
              <a:gd name="csX2" fmla="*/ 1060704 w 1781761"/>
              <a:gd name="csY2" fmla="*/ 844007 h 844007"/>
              <a:gd name="csX3" fmla="*/ 0 w 1781761"/>
              <a:gd name="csY3" fmla="*/ 844007 h 84400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781761" h="844007">
                <a:moveTo>
                  <a:pt x="0" y="844007"/>
                </a:moveTo>
                <a:lnTo>
                  <a:pt x="1781761" y="0"/>
                </a:lnTo>
                <a:lnTo>
                  <a:pt x="1060704" y="844007"/>
                </a:lnTo>
                <a:lnTo>
                  <a:pt x="0" y="844007"/>
                </a:ln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  <a:ln w="63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KR" sz="1000" dirty="0"/>
          </a:p>
        </p:txBody>
      </p:sp>
      <p:sp>
        <p:nvSpPr>
          <p:cNvPr id="8" name="Triangle 6">
            <a:extLst>
              <a:ext uri="{FF2B5EF4-FFF2-40B4-BE49-F238E27FC236}">
                <a16:creationId xmlns:a16="http://schemas.microsoft.com/office/drawing/2014/main" id="{31BFD8EF-29CC-3C4B-CE9E-CA540E392643}"/>
              </a:ext>
            </a:extLst>
          </p:cNvPr>
          <p:cNvSpPr/>
          <p:nvPr/>
        </p:nvSpPr>
        <p:spPr>
          <a:xfrm rot="10800000">
            <a:off x="428340" y="1529064"/>
            <a:ext cx="1784993" cy="850604"/>
          </a:xfrm>
          <a:custGeom>
            <a:avLst/>
            <a:gdLst>
              <a:gd name="csX0" fmla="*/ 0 w 1060704"/>
              <a:gd name="csY0" fmla="*/ 914400 h 914400"/>
              <a:gd name="csX1" fmla="*/ 530352 w 1060704"/>
              <a:gd name="csY1" fmla="*/ 0 h 914400"/>
              <a:gd name="csX2" fmla="*/ 1060704 w 1060704"/>
              <a:gd name="csY2" fmla="*/ 914400 h 914400"/>
              <a:gd name="csX3" fmla="*/ 0 w 1060704"/>
              <a:gd name="csY3" fmla="*/ 914400 h 914400"/>
              <a:gd name="csX0" fmla="*/ 0 w 1508547"/>
              <a:gd name="csY0" fmla="*/ 765544 h 765544"/>
              <a:gd name="csX1" fmla="*/ 1508547 w 1508547"/>
              <a:gd name="csY1" fmla="*/ 0 h 765544"/>
              <a:gd name="csX2" fmla="*/ 1060704 w 1508547"/>
              <a:gd name="csY2" fmla="*/ 765544 h 765544"/>
              <a:gd name="csX3" fmla="*/ 0 w 1508547"/>
              <a:gd name="csY3" fmla="*/ 765544 h 765544"/>
              <a:gd name="csX0" fmla="*/ 0 w 1784993"/>
              <a:gd name="csY0" fmla="*/ 850604 h 850604"/>
              <a:gd name="csX1" fmla="*/ 1784993 w 1784993"/>
              <a:gd name="csY1" fmla="*/ 0 h 850604"/>
              <a:gd name="csX2" fmla="*/ 1060704 w 1784993"/>
              <a:gd name="csY2" fmla="*/ 850604 h 850604"/>
              <a:gd name="csX3" fmla="*/ 0 w 1784993"/>
              <a:gd name="csY3" fmla="*/ 850604 h 85060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784993" h="850604">
                <a:moveTo>
                  <a:pt x="0" y="850604"/>
                </a:moveTo>
                <a:lnTo>
                  <a:pt x="1784993" y="0"/>
                </a:lnTo>
                <a:lnTo>
                  <a:pt x="1060704" y="850604"/>
                </a:lnTo>
                <a:lnTo>
                  <a:pt x="0" y="850604"/>
                </a:lnTo>
                <a:close/>
              </a:path>
            </a:pathLst>
          </a:custGeom>
          <a:ln w="63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KR" sz="1000" dirty="0"/>
          </a:p>
        </p:txBody>
      </p:sp>
      <p:sp>
        <p:nvSpPr>
          <p:cNvPr id="23" name="Triangle 6">
            <a:extLst>
              <a:ext uri="{FF2B5EF4-FFF2-40B4-BE49-F238E27FC236}">
                <a16:creationId xmlns:a16="http://schemas.microsoft.com/office/drawing/2014/main" id="{1E93CB0A-6583-7905-808E-EAAF4A338CF1}"/>
              </a:ext>
            </a:extLst>
          </p:cNvPr>
          <p:cNvSpPr/>
          <p:nvPr/>
        </p:nvSpPr>
        <p:spPr>
          <a:xfrm>
            <a:off x="5724616" y="1963377"/>
            <a:ext cx="1365537" cy="977220"/>
          </a:xfrm>
          <a:custGeom>
            <a:avLst/>
            <a:gdLst>
              <a:gd name="csX0" fmla="*/ 0 w 1060704"/>
              <a:gd name="csY0" fmla="*/ 914400 h 914400"/>
              <a:gd name="csX1" fmla="*/ 530352 w 1060704"/>
              <a:gd name="csY1" fmla="*/ 0 h 914400"/>
              <a:gd name="csX2" fmla="*/ 1060704 w 1060704"/>
              <a:gd name="csY2" fmla="*/ 914400 h 914400"/>
              <a:gd name="csX3" fmla="*/ 0 w 1060704"/>
              <a:gd name="csY3" fmla="*/ 914400 h 914400"/>
              <a:gd name="csX0" fmla="*/ 0 w 1508547"/>
              <a:gd name="csY0" fmla="*/ 765544 h 765544"/>
              <a:gd name="csX1" fmla="*/ 1508547 w 1508547"/>
              <a:gd name="csY1" fmla="*/ 0 h 765544"/>
              <a:gd name="csX2" fmla="*/ 1060704 w 1508547"/>
              <a:gd name="csY2" fmla="*/ 765544 h 765544"/>
              <a:gd name="csX3" fmla="*/ 0 w 1508547"/>
              <a:gd name="csY3" fmla="*/ 765544 h 765544"/>
              <a:gd name="csX0" fmla="*/ 0 w 1784993"/>
              <a:gd name="csY0" fmla="*/ 850604 h 850604"/>
              <a:gd name="csX1" fmla="*/ 1784993 w 1784993"/>
              <a:gd name="csY1" fmla="*/ 0 h 850604"/>
              <a:gd name="csX2" fmla="*/ 1060704 w 1784993"/>
              <a:gd name="csY2" fmla="*/ 850604 h 850604"/>
              <a:gd name="csX3" fmla="*/ 0 w 1784993"/>
              <a:gd name="csY3" fmla="*/ 850604 h 850604"/>
              <a:gd name="csX0" fmla="*/ 0 w 2816351"/>
              <a:gd name="csY0" fmla="*/ 818707 h 818707"/>
              <a:gd name="csX1" fmla="*/ 2816351 w 2816351"/>
              <a:gd name="csY1" fmla="*/ 0 h 818707"/>
              <a:gd name="csX2" fmla="*/ 1060704 w 2816351"/>
              <a:gd name="csY2" fmla="*/ 818707 h 818707"/>
              <a:gd name="csX3" fmla="*/ 0 w 2816351"/>
              <a:gd name="csY3" fmla="*/ 818707 h 818707"/>
              <a:gd name="csX0" fmla="*/ 0 w 1795073"/>
              <a:gd name="csY0" fmla="*/ 818707 h 818707"/>
              <a:gd name="csX1" fmla="*/ 1795073 w 1795073"/>
              <a:gd name="csY1" fmla="*/ 0 h 818707"/>
              <a:gd name="csX2" fmla="*/ 1060704 w 1795073"/>
              <a:gd name="csY2" fmla="*/ 818707 h 818707"/>
              <a:gd name="csX3" fmla="*/ 0 w 1795073"/>
              <a:gd name="csY3" fmla="*/ 818707 h 818707"/>
              <a:gd name="csX0" fmla="*/ 0 w 1771627"/>
              <a:gd name="csY0" fmla="*/ 812846 h 812846"/>
              <a:gd name="csX1" fmla="*/ 1771627 w 1771627"/>
              <a:gd name="csY1" fmla="*/ 0 h 812846"/>
              <a:gd name="csX2" fmla="*/ 1060704 w 1771627"/>
              <a:gd name="csY2" fmla="*/ 812846 h 812846"/>
              <a:gd name="csX3" fmla="*/ 0 w 1771627"/>
              <a:gd name="csY3" fmla="*/ 812846 h 812846"/>
              <a:gd name="csX0" fmla="*/ 0 w 1777489"/>
              <a:gd name="csY0" fmla="*/ 818708 h 818708"/>
              <a:gd name="csX1" fmla="*/ 1777489 w 1777489"/>
              <a:gd name="csY1" fmla="*/ 0 h 818708"/>
              <a:gd name="csX2" fmla="*/ 1060704 w 1777489"/>
              <a:gd name="csY2" fmla="*/ 818708 h 818708"/>
              <a:gd name="csX3" fmla="*/ 0 w 1777489"/>
              <a:gd name="csY3" fmla="*/ 818708 h 818708"/>
              <a:gd name="csX0" fmla="*/ 0 w 1748181"/>
              <a:gd name="csY0" fmla="*/ 806985 h 806985"/>
              <a:gd name="csX1" fmla="*/ 1748181 w 1748181"/>
              <a:gd name="csY1" fmla="*/ 0 h 806985"/>
              <a:gd name="csX2" fmla="*/ 1060704 w 1748181"/>
              <a:gd name="csY2" fmla="*/ 806985 h 806985"/>
              <a:gd name="csX3" fmla="*/ 0 w 1748181"/>
              <a:gd name="csY3" fmla="*/ 806985 h 806985"/>
              <a:gd name="csX0" fmla="*/ 0 w 1753436"/>
              <a:gd name="csY0" fmla="*/ 812240 h 812240"/>
              <a:gd name="csX1" fmla="*/ 1753436 w 1753436"/>
              <a:gd name="csY1" fmla="*/ 0 h 812240"/>
              <a:gd name="csX2" fmla="*/ 1060704 w 1753436"/>
              <a:gd name="csY2" fmla="*/ 812240 h 812240"/>
              <a:gd name="csX3" fmla="*/ 0 w 1753436"/>
              <a:gd name="csY3" fmla="*/ 812240 h 812240"/>
              <a:gd name="csX0" fmla="*/ 0 w 1156277"/>
              <a:gd name="csY0" fmla="*/ 989521 h 989521"/>
              <a:gd name="csX1" fmla="*/ 1156277 w 1156277"/>
              <a:gd name="csY1" fmla="*/ 0 h 989521"/>
              <a:gd name="csX2" fmla="*/ 1060704 w 1156277"/>
              <a:gd name="csY2" fmla="*/ 989521 h 989521"/>
              <a:gd name="csX3" fmla="*/ 0 w 1156277"/>
              <a:gd name="csY3" fmla="*/ 989521 h 989521"/>
              <a:gd name="csX0" fmla="*/ 0 w 1156277"/>
              <a:gd name="csY0" fmla="*/ 989521 h 989521"/>
              <a:gd name="csX1" fmla="*/ 1156277 w 1156277"/>
              <a:gd name="csY1" fmla="*/ 0 h 989521"/>
              <a:gd name="csX2" fmla="*/ 995390 w 1156277"/>
              <a:gd name="csY2" fmla="*/ 802908 h 989521"/>
              <a:gd name="csX3" fmla="*/ 0 w 1156277"/>
              <a:gd name="csY3" fmla="*/ 989521 h 989521"/>
              <a:gd name="csX0" fmla="*/ 0 w 1349136"/>
              <a:gd name="csY0" fmla="*/ 989521 h 989521"/>
              <a:gd name="csX1" fmla="*/ 1156277 w 1349136"/>
              <a:gd name="csY1" fmla="*/ 0 h 989521"/>
              <a:gd name="csX2" fmla="*/ 1349136 w 1349136"/>
              <a:gd name="csY2" fmla="*/ 782885 h 989521"/>
              <a:gd name="csX3" fmla="*/ 0 w 1349136"/>
              <a:gd name="csY3" fmla="*/ 989521 h 989521"/>
              <a:gd name="csX0" fmla="*/ 0 w 1365537"/>
              <a:gd name="csY0" fmla="*/ 989521 h 989521"/>
              <a:gd name="csX1" fmla="*/ 1156277 w 1365537"/>
              <a:gd name="csY1" fmla="*/ 0 h 989521"/>
              <a:gd name="csX2" fmla="*/ 1365537 w 1365537"/>
              <a:gd name="csY2" fmla="*/ 799287 h 989521"/>
              <a:gd name="csX3" fmla="*/ 0 w 1365537"/>
              <a:gd name="csY3" fmla="*/ 989521 h 989521"/>
              <a:gd name="csX0" fmla="*/ 0 w 1365537"/>
              <a:gd name="csY0" fmla="*/ 977220 h 977220"/>
              <a:gd name="csX1" fmla="*/ 1168579 w 1365537"/>
              <a:gd name="csY1" fmla="*/ 0 h 977220"/>
              <a:gd name="csX2" fmla="*/ 1365537 w 1365537"/>
              <a:gd name="csY2" fmla="*/ 786986 h 977220"/>
              <a:gd name="csX3" fmla="*/ 0 w 1365537"/>
              <a:gd name="csY3" fmla="*/ 977220 h 97722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365537" h="977220">
                <a:moveTo>
                  <a:pt x="0" y="977220"/>
                </a:moveTo>
                <a:lnTo>
                  <a:pt x="1168579" y="0"/>
                </a:lnTo>
                <a:lnTo>
                  <a:pt x="1365537" y="786986"/>
                </a:lnTo>
                <a:lnTo>
                  <a:pt x="0" y="977220"/>
                </a:ln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63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KR" sz="1000" dirty="0"/>
          </a:p>
        </p:txBody>
      </p:sp>
      <p:sp>
        <p:nvSpPr>
          <p:cNvPr id="24" name="Triangle 6">
            <a:extLst>
              <a:ext uri="{FF2B5EF4-FFF2-40B4-BE49-F238E27FC236}">
                <a16:creationId xmlns:a16="http://schemas.microsoft.com/office/drawing/2014/main" id="{EE74F907-B115-817B-E56E-3F006BCC7BE0}"/>
              </a:ext>
            </a:extLst>
          </p:cNvPr>
          <p:cNvSpPr/>
          <p:nvPr/>
        </p:nvSpPr>
        <p:spPr>
          <a:xfrm rot="10800000">
            <a:off x="2923724" y="2379668"/>
            <a:ext cx="1753436" cy="812240"/>
          </a:xfrm>
          <a:custGeom>
            <a:avLst/>
            <a:gdLst>
              <a:gd name="csX0" fmla="*/ 0 w 1060704"/>
              <a:gd name="csY0" fmla="*/ 914400 h 914400"/>
              <a:gd name="csX1" fmla="*/ 530352 w 1060704"/>
              <a:gd name="csY1" fmla="*/ 0 h 914400"/>
              <a:gd name="csX2" fmla="*/ 1060704 w 1060704"/>
              <a:gd name="csY2" fmla="*/ 914400 h 914400"/>
              <a:gd name="csX3" fmla="*/ 0 w 1060704"/>
              <a:gd name="csY3" fmla="*/ 914400 h 914400"/>
              <a:gd name="csX0" fmla="*/ 0 w 1508547"/>
              <a:gd name="csY0" fmla="*/ 765544 h 765544"/>
              <a:gd name="csX1" fmla="*/ 1508547 w 1508547"/>
              <a:gd name="csY1" fmla="*/ 0 h 765544"/>
              <a:gd name="csX2" fmla="*/ 1060704 w 1508547"/>
              <a:gd name="csY2" fmla="*/ 765544 h 765544"/>
              <a:gd name="csX3" fmla="*/ 0 w 1508547"/>
              <a:gd name="csY3" fmla="*/ 765544 h 765544"/>
              <a:gd name="csX0" fmla="*/ 0 w 1784993"/>
              <a:gd name="csY0" fmla="*/ 850604 h 850604"/>
              <a:gd name="csX1" fmla="*/ 1784993 w 1784993"/>
              <a:gd name="csY1" fmla="*/ 0 h 850604"/>
              <a:gd name="csX2" fmla="*/ 1060704 w 1784993"/>
              <a:gd name="csY2" fmla="*/ 850604 h 850604"/>
              <a:gd name="csX3" fmla="*/ 0 w 1784993"/>
              <a:gd name="csY3" fmla="*/ 850604 h 850604"/>
              <a:gd name="csX0" fmla="*/ 0 w 2816351"/>
              <a:gd name="csY0" fmla="*/ 818707 h 818707"/>
              <a:gd name="csX1" fmla="*/ 2816351 w 2816351"/>
              <a:gd name="csY1" fmla="*/ 0 h 818707"/>
              <a:gd name="csX2" fmla="*/ 1060704 w 2816351"/>
              <a:gd name="csY2" fmla="*/ 818707 h 818707"/>
              <a:gd name="csX3" fmla="*/ 0 w 2816351"/>
              <a:gd name="csY3" fmla="*/ 818707 h 818707"/>
              <a:gd name="csX0" fmla="*/ 0 w 1795073"/>
              <a:gd name="csY0" fmla="*/ 818707 h 818707"/>
              <a:gd name="csX1" fmla="*/ 1795073 w 1795073"/>
              <a:gd name="csY1" fmla="*/ 0 h 818707"/>
              <a:gd name="csX2" fmla="*/ 1060704 w 1795073"/>
              <a:gd name="csY2" fmla="*/ 818707 h 818707"/>
              <a:gd name="csX3" fmla="*/ 0 w 1795073"/>
              <a:gd name="csY3" fmla="*/ 818707 h 818707"/>
              <a:gd name="csX0" fmla="*/ 0 w 1771627"/>
              <a:gd name="csY0" fmla="*/ 812846 h 812846"/>
              <a:gd name="csX1" fmla="*/ 1771627 w 1771627"/>
              <a:gd name="csY1" fmla="*/ 0 h 812846"/>
              <a:gd name="csX2" fmla="*/ 1060704 w 1771627"/>
              <a:gd name="csY2" fmla="*/ 812846 h 812846"/>
              <a:gd name="csX3" fmla="*/ 0 w 1771627"/>
              <a:gd name="csY3" fmla="*/ 812846 h 812846"/>
              <a:gd name="csX0" fmla="*/ 0 w 1777489"/>
              <a:gd name="csY0" fmla="*/ 818708 h 818708"/>
              <a:gd name="csX1" fmla="*/ 1777489 w 1777489"/>
              <a:gd name="csY1" fmla="*/ 0 h 818708"/>
              <a:gd name="csX2" fmla="*/ 1060704 w 1777489"/>
              <a:gd name="csY2" fmla="*/ 818708 h 818708"/>
              <a:gd name="csX3" fmla="*/ 0 w 1777489"/>
              <a:gd name="csY3" fmla="*/ 818708 h 818708"/>
              <a:gd name="csX0" fmla="*/ 0 w 1748181"/>
              <a:gd name="csY0" fmla="*/ 806985 h 806985"/>
              <a:gd name="csX1" fmla="*/ 1748181 w 1748181"/>
              <a:gd name="csY1" fmla="*/ 0 h 806985"/>
              <a:gd name="csX2" fmla="*/ 1060704 w 1748181"/>
              <a:gd name="csY2" fmla="*/ 806985 h 806985"/>
              <a:gd name="csX3" fmla="*/ 0 w 1748181"/>
              <a:gd name="csY3" fmla="*/ 806985 h 806985"/>
              <a:gd name="csX0" fmla="*/ 0 w 1753436"/>
              <a:gd name="csY0" fmla="*/ 812240 h 812240"/>
              <a:gd name="csX1" fmla="*/ 1753436 w 1753436"/>
              <a:gd name="csY1" fmla="*/ 0 h 812240"/>
              <a:gd name="csX2" fmla="*/ 1060704 w 1753436"/>
              <a:gd name="csY2" fmla="*/ 812240 h 812240"/>
              <a:gd name="csX3" fmla="*/ 0 w 1753436"/>
              <a:gd name="csY3" fmla="*/ 812240 h 81224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753436" h="812240">
                <a:moveTo>
                  <a:pt x="0" y="812240"/>
                </a:moveTo>
                <a:lnTo>
                  <a:pt x="1753436" y="0"/>
                </a:lnTo>
                <a:lnTo>
                  <a:pt x="1060704" y="812240"/>
                </a:lnTo>
                <a:lnTo>
                  <a:pt x="0" y="812240"/>
                </a:lnTo>
                <a:close/>
              </a:path>
            </a:pathLst>
          </a:custGeom>
          <a:ln w="63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KR" sz="1000" dirty="0"/>
          </a:p>
        </p:txBody>
      </p:sp>
      <p:sp>
        <p:nvSpPr>
          <p:cNvPr id="4" name="Triangle 6">
            <a:extLst>
              <a:ext uri="{FF2B5EF4-FFF2-40B4-BE49-F238E27FC236}">
                <a16:creationId xmlns:a16="http://schemas.microsoft.com/office/drawing/2014/main" id="{9A53E02A-A58D-6F6D-32E8-D0BA35610B09}"/>
              </a:ext>
            </a:extLst>
          </p:cNvPr>
          <p:cNvSpPr/>
          <p:nvPr/>
        </p:nvSpPr>
        <p:spPr>
          <a:xfrm rot="10800000">
            <a:off x="2923720" y="320704"/>
            <a:ext cx="1750263" cy="812358"/>
          </a:xfrm>
          <a:custGeom>
            <a:avLst/>
            <a:gdLst>
              <a:gd name="csX0" fmla="*/ 0 w 1060704"/>
              <a:gd name="csY0" fmla="*/ 914400 h 914400"/>
              <a:gd name="csX1" fmla="*/ 530352 w 1060704"/>
              <a:gd name="csY1" fmla="*/ 0 h 914400"/>
              <a:gd name="csX2" fmla="*/ 1060704 w 1060704"/>
              <a:gd name="csY2" fmla="*/ 914400 h 914400"/>
              <a:gd name="csX3" fmla="*/ 0 w 1060704"/>
              <a:gd name="csY3" fmla="*/ 914400 h 914400"/>
              <a:gd name="csX0" fmla="*/ 0 w 1508547"/>
              <a:gd name="csY0" fmla="*/ 765544 h 765544"/>
              <a:gd name="csX1" fmla="*/ 1508547 w 1508547"/>
              <a:gd name="csY1" fmla="*/ 0 h 765544"/>
              <a:gd name="csX2" fmla="*/ 1060704 w 1508547"/>
              <a:gd name="csY2" fmla="*/ 765544 h 765544"/>
              <a:gd name="csX3" fmla="*/ 0 w 1508547"/>
              <a:gd name="csY3" fmla="*/ 765544 h 765544"/>
              <a:gd name="csX0" fmla="*/ 0 w 1784993"/>
              <a:gd name="csY0" fmla="*/ 850604 h 850604"/>
              <a:gd name="csX1" fmla="*/ 1784993 w 1784993"/>
              <a:gd name="csY1" fmla="*/ 0 h 850604"/>
              <a:gd name="csX2" fmla="*/ 1060704 w 1784993"/>
              <a:gd name="csY2" fmla="*/ 850604 h 850604"/>
              <a:gd name="csX3" fmla="*/ 0 w 1784993"/>
              <a:gd name="csY3" fmla="*/ 850604 h 850604"/>
              <a:gd name="csX0" fmla="*/ 0 w 1781761"/>
              <a:gd name="csY0" fmla="*/ 844007 h 844007"/>
              <a:gd name="csX1" fmla="*/ 1781761 w 1781761"/>
              <a:gd name="csY1" fmla="*/ 0 h 844007"/>
              <a:gd name="csX2" fmla="*/ 1060704 w 1781761"/>
              <a:gd name="csY2" fmla="*/ 844007 h 844007"/>
              <a:gd name="csX3" fmla="*/ 0 w 1781761"/>
              <a:gd name="csY3" fmla="*/ 844007 h 84400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781761" h="844007">
                <a:moveTo>
                  <a:pt x="0" y="844007"/>
                </a:moveTo>
                <a:lnTo>
                  <a:pt x="1781761" y="0"/>
                </a:lnTo>
                <a:lnTo>
                  <a:pt x="1060704" y="844007"/>
                </a:lnTo>
                <a:lnTo>
                  <a:pt x="0" y="844007"/>
                </a:ln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  <a:ln w="63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KR" sz="1000" dirty="0"/>
          </a:p>
        </p:txBody>
      </p:sp>
      <p:sp>
        <p:nvSpPr>
          <p:cNvPr id="27" name="Triangle 6">
            <a:extLst>
              <a:ext uri="{FF2B5EF4-FFF2-40B4-BE49-F238E27FC236}">
                <a16:creationId xmlns:a16="http://schemas.microsoft.com/office/drawing/2014/main" id="{EB313F7E-E198-CC8C-90AA-F31F415FA6FD}"/>
              </a:ext>
            </a:extLst>
          </p:cNvPr>
          <p:cNvSpPr/>
          <p:nvPr/>
        </p:nvSpPr>
        <p:spPr>
          <a:xfrm rot="10800000">
            <a:off x="3974353" y="320703"/>
            <a:ext cx="699630" cy="806007"/>
          </a:xfrm>
          <a:custGeom>
            <a:avLst/>
            <a:gdLst>
              <a:gd name="csX0" fmla="*/ 0 w 1060704"/>
              <a:gd name="csY0" fmla="*/ 914400 h 914400"/>
              <a:gd name="csX1" fmla="*/ 530352 w 1060704"/>
              <a:gd name="csY1" fmla="*/ 0 h 914400"/>
              <a:gd name="csX2" fmla="*/ 1060704 w 1060704"/>
              <a:gd name="csY2" fmla="*/ 914400 h 914400"/>
              <a:gd name="csX3" fmla="*/ 0 w 1060704"/>
              <a:gd name="csY3" fmla="*/ 914400 h 914400"/>
              <a:gd name="csX0" fmla="*/ 0 w 1508547"/>
              <a:gd name="csY0" fmla="*/ 765544 h 765544"/>
              <a:gd name="csX1" fmla="*/ 1508547 w 1508547"/>
              <a:gd name="csY1" fmla="*/ 0 h 765544"/>
              <a:gd name="csX2" fmla="*/ 1060704 w 1508547"/>
              <a:gd name="csY2" fmla="*/ 765544 h 765544"/>
              <a:gd name="csX3" fmla="*/ 0 w 1508547"/>
              <a:gd name="csY3" fmla="*/ 765544 h 765544"/>
              <a:gd name="csX0" fmla="*/ 0 w 1784993"/>
              <a:gd name="csY0" fmla="*/ 850604 h 850604"/>
              <a:gd name="csX1" fmla="*/ 1784993 w 1784993"/>
              <a:gd name="csY1" fmla="*/ 0 h 850604"/>
              <a:gd name="csX2" fmla="*/ 1060704 w 1784993"/>
              <a:gd name="csY2" fmla="*/ 850604 h 850604"/>
              <a:gd name="csX3" fmla="*/ 0 w 1784993"/>
              <a:gd name="csY3" fmla="*/ 850604 h 850604"/>
              <a:gd name="csX0" fmla="*/ 0 w 2816351"/>
              <a:gd name="csY0" fmla="*/ 818707 h 818707"/>
              <a:gd name="csX1" fmla="*/ 2816351 w 2816351"/>
              <a:gd name="csY1" fmla="*/ 0 h 818707"/>
              <a:gd name="csX2" fmla="*/ 1060704 w 2816351"/>
              <a:gd name="csY2" fmla="*/ 818707 h 818707"/>
              <a:gd name="csX3" fmla="*/ 0 w 2816351"/>
              <a:gd name="csY3" fmla="*/ 818707 h 818707"/>
              <a:gd name="csX0" fmla="*/ 0 w 1795073"/>
              <a:gd name="csY0" fmla="*/ 818707 h 818707"/>
              <a:gd name="csX1" fmla="*/ 1795073 w 1795073"/>
              <a:gd name="csY1" fmla="*/ 0 h 818707"/>
              <a:gd name="csX2" fmla="*/ 1060704 w 1795073"/>
              <a:gd name="csY2" fmla="*/ 818707 h 818707"/>
              <a:gd name="csX3" fmla="*/ 0 w 1795073"/>
              <a:gd name="csY3" fmla="*/ 818707 h 818707"/>
              <a:gd name="csX0" fmla="*/ 0 w 1771627"/>
              <a:gd name="csY0" fmla="*/ 812846 h 812846"/>
              <a:gd name="csX1" fmla="*/ 1771627 w 1771627"/>
              <a:gd name="csY1" fmla="*/ 0 h 812846"/>
              <a:gd name="csX2" fmla="*/ 1060704 w 1771627"/>
              <a:gd name="csY2" fmla="*/ 812846 h 812846"/>
              <a:gd name="csX3" fmla="*/ 0 w 1771627"/>
              <a:gd name="csY3" fmla="*/ 812846 h 812846"/>
              <a:gd name="csX0" fmla="*/ 0 w 1777489"/>
              <a:gd name="csY0" fmla="*/ 818708 h 818708"/>
              <a:gd name="csX1" fmla="*/ 1777489 w 1777489"/>
              <a:gd name="csY1" fmla="*/ 0 h 818708"/>
              <a:gd name="csX2" fmla="*/ 1060704 w 1777489"/>
              <a:gd name="csY2" fmla="*/ 818708 h 818708"/>
              <a:gd name="csX3" fmla="*/ 0 w 1777489"/>
              <a:gd name="csY3" fmla="*/ 818708 h 818708"/>
              <a:gd name="csX0" fmla="*/ 0 w 1748181"/>
              <a:gd name="csY0" fmla="*/ 806985 h 806985"/>
              <a:gd name="csX1" fmla="*/ 1748181 w 1748181"/>
              <a:gd name="csY1" fmla="*/ 0 h 806985"/>
              <a:gd name="csX2" fmla="*/ 1060704 w 1748181"/>
              <a:gd name="csY2" fmla="*/ 806985 h 806985"/>
              <a:gd name="csX3" fmla="*/ 0 w 1748181"/>
              <a:gd name="csY3" fmla="*/ 806985 h 806985"/>
              <a:gd name="csX0" fmla="*/ 0 w 1753436"/>
              <a:gd name="csY0" fmla="*/ 812240 h 812240"/>
              <a:gd name="csX1" fmla="*/ 1753436 w 1753436"/>
              <a:gd name="csY1" fmla="*/ 0 h 812240"/>
              <a:gd name="csX2" fmla="*/ 1060704 w 1753436"/>
              <a:gd name="csY2" fmla="*/ 812240 h 812240"/>
              <a:gd name="csX3" fmla="*/ 0 w 1753436"/>
              <a:gd name="csY3" fmla="*/ 812240 h 812240"/>
              <a:gd name="csX0" fmla="*/ 0 w 1753436"/>
              <a:gd name="csY0" fmla="*/ 812240 h 812240"/>
              <a:gd name="csX1" fmla="*/ 1753436 w 1753436"/>
              <a:gd name="csY1" fmla="*/ 0 h 812240"/>
              <a:gd name="csX2" fmla="*/ 1739360 w 1753436"/>
              <a:gd name="csY2" fmla="*/ 805097 h 812240"/>
              <a:gd name="csX3" fmla="*/ 0 w 1753436"/>
              <a:gd name="csY3" fmla="*/ 812240 h 812240"/>
              <a:gd name="csX0" fmla="*/ 0 w 1754188"/>
              <a:gd name="csY0" fmla="*/ 812240 h 812240"/>
              <a:gd name="csX1" fmla="*/ 1753436 w 1754188"/>
              <a:gd name="csY1" fmla="*/ 0 h 812240"/>
              <a:gd name="csX2" fmla="*/ 1754188 w 1754188"/>
              <a:gd name="csY2" fmla="*/ 810040 h 812240"/>
              <a:gd name="csX3" fmla="*/ 0 w 1754188"/>
              <a:gd name="csY3" fmla="*/ 812240 h 81224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754188" h="812240">
                <a:moveTo>
                  <a:pt x="0" y="812240"/>
                </a:moveTo>
                <a:lnTo>
                  <a:pt x="1753436" y="0"/>
                </a:lnTo>
                <a:cubicBezTo>
                  <a:pt x="1753687" y="270013"/>
                  <a:pt x="1753937" y="540027"/>
                  <a:pt x="1754188" y="810040"/>
                </a:cubicBezTo>
                <a:lnTo>
                  <a:pt x="0" y="812240"/>
                </a:lnTo>
                <a:close/>
              </a:path>
            </a:pathLst>
          </a:custGeom>
          <a:solidFill>
            <a:schemeClr val="bg1"/>
          </a:solidFill>
          <a:ln w="63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KR" sz="1000" dirty="0"/>
          </a:p>
        </p:txBody>
      </p:sp>
      <p:sp>
        <p:nvSpPr>
          <p:cNvPr id="5" name="Triangle 6">
            <a:extLst>
              <a:ext uri="{FF2B5EF4-FFF2-40B4-BE49-F238E27FC236}">
                <a16:creationId xmlns:a16="http://schemas.microsoft.com/office/drawing/2014/main" id="{1A1AB159-B82E-CD77-9FB9-302F4B646B76}"/>
              </a:ext>
            </a:extLst>
          </p:cNvPr>
          <p:cNvSpPr/>
          <p:nvPr/>
        </p:nvSpPr>
        <p:spPr>
          <a:xfrm rot="10800000">
            <a:off x="2924908" y="323879"/>
            <a:ext cx="699630" cy="806007"/>
          </a:xfrm>
          <a:custGeom>
            <a:avLst/>
            <a:gdLst>
              <a:gd name="csX0" fmla="*/ 0 w 1060704"/>
              <a:gd name="csY0" fmla="*/ 914400 h 914400"/>
              <a:gd name="csX1" fmla="*/ 530352 w 1060704"/>
              <a:gd name="csY1" fmla="*/ 0 h 914400"/>
              <a:gd name="csX2" fmla="*/ 1060704 w 1060704"/>
              <a:gd name="csY2" fmla="*/ 914400 h 914400"/>
              <a:gd name="csX3" fmla="*/ 0 w 1060704"/>
              <a:gd name="csY3" fmla="*/ 914400 h 914400"/>
              <a:gd name="csX0" fmla="*/ 0 w 1508547"/>
              <a:gd name="csY0" fmla="*/ 765544 h 765544"/>
              <a:gd name="csX1" fmla="*/ 1508547 w 1508547"/>
              <a:gd name="csY1" fmla="*/ 0 h 765544"/>
              <a:gd name="csX2" fmla="*/ 1060704 w 1508547"/>
              <a:gd name="csY2" fmla="*/ 765544 h 765544"/>
              <a:gd name="csX3" fmla="*/ 0 w 1508547"/>
              <a:gd name="csY3" fmla="*/ 765544 h 765544"/>
              <a:gd name="csX0" fmla="*/ 0 w 1784993"/>
              <a:gd name="csY0" fmla="*/ 850604 h 850604"/>
              <a:gd name="csX1" fmla="*/ 1784993 w 1784993"/>
              <a:gd name="csY1" fmla="*/ 0 h 850604"/>
              <a:gd name="csX2" fmla="*/ 1060704 w 1784993"/>
              <a:gd name="csY2" fmla="*/ 850604 h 850604"/>
              <a:gd name="csX3" fmla="*/ 0 w 1784993"/>
              <a:gd name="csY3" fmla="*/ 850604 h 850604"/>
              <a:gd name="csX0" fmla="*/ 0 w 2816351"/>
              <a:gd name="csY0" fmla="*/ 818707 h 818707"/>
              <a:gd name="csX1" fmla="*/ 2816351 w 2816351"/>
              <a:gd name="csY1" fmla="*/ 0 h 818707"/>
              <a:gd name="csX2" fmla="*/ 1060704 w 2816351"/>
              <a:gd name="csY2" fmla="*/ 818707 h 818707"/>
              <a:gd name="csX3" fmla="*/ 0 w 2816351"/>
              <a:gd name="csY3" fmla="*/ 818707 h 818707"/>
              <a:gd name="csX0" fmla="*/ 0 w 1795073"/>
              <a:gd name="csY0" fmla="*/ 818707 h 818707"/>
              <a:gd name="csX1" fmla="*/ 1795073 w 1795073"/>
              <a:gd name="csY1" fmla="*/ 0 h 818707"/>
              <a:gd name="csX2" fmla="*/ 1060704 w 1795073"/>
              <a:gd name="csY2" fmla="*/ 818707 h 818707"/>
              <a:gd name="csX3" fmla="*/ 0 w 1795073"/>
              <a:gd name="csY3" fmla="*/ 818707 h 818707"/>
              <a:gd name="csX0" fmla="*/ 0 w 1771627"/>
              <a:gd name="csY0" fmla="*/ 812846 h 812846"/>
              <a:gd name="csX1" fmla="*/ 1771627 w 1771627"/>
              <a:gd name="csY1" fmla="*/ 0 h 812846"/>
              <a:gd name="csX2" fmla="*/ 1060704 w 1771627"/>
              <a:gd name="csY2" fmla="*/ 812846 h 812846"/>
              <a:gd name="csX3" fmla="*/ 0 w 1771627"/>
              <a:gd name="csY3" fmla="*/ 812846 h 812846"/>
              <a:gd name="csX0" fmla="*/ 0 w 1777489"/>
              <a:gd name="csY0" fmla="*/ 818708 h 818708"/>
              <a:gd name="csX1" fmla="*/ 1777489 w 1777489"/>
              <a:gd name="csY1" fmla="*/ 0 h 818708"/>
              <a:gd name="csX2" fmla="*/ 1060704 w 1777489"/>
              <a:gd name="csY2" fmla="*/ 818708 h 818708"/>
              <a:gd name="csX3" fmla="*/ 0 w 1777489"/>
              <a:gd name="csY3" fmla="*/ 818708 h 818708"/>
              <a:gd name="csX0" fmla="*/ 0 w 1748181"/>
              <a:gd name="csY0" fmla="*/ 806985 h 806985"/>
              <a:gd name="csX1" fmla="*/ 1748181 w 1748181"/>
              <a:gd name="csY1" fmla="*/ 0 h 806985"/>
              <a:gd name="csX2" fmla="*/ 1060704 w 1748181"/>
              <a:gd name="csY2" fmla="*/ 806985 h 806985"/>
              <a:gd name="csX3" fmla="*/ 0 w 1748181"/>
              <a:gd name="csY3" fmla="*/ 806985 h 806985"/>
              <a:gd name="csX0" fmla="*/ 0 w 1753436"/>
              <a:gd name="csY0" fmla="*/ 812240 h 812240"/>
              <a:gd name="csX1" fmla="*/ 1753436 w 1753436"/>
              <a:gd name="csY1" fmla="*/ 0 h 812240"/>
              <a:gd name="csX2" fmla="*/ 1060704 w 1753436"/>
              <a:gd name="csY2" fmla="*/ 812240 h 812240"/>
              <a:gd name="csX3" fmla="*/ 0 w 1753436"/>
              <a:gd name="csY3" fmla="*/ 812240 h 812240"/>
              <a:gd name="csX0" fmla="*/ 0 w 1753436"/>
              <a:gd name="csY0" fmla="*/ 812240 h 812240"/>
              <a:gd name="csX1" fmla="*/ 1753436 w 1753436"/>
              <a:gd name="csY1" fmla="*/ 0 h 812240"/>
              <a:gd name="csX2" fmla="*/ 1739360 w 1753436"/>
              <a:gd name="csY2" fmla="*/ 805097 h 812240"/>
              <a:gd name="csX3" fmla="*/ 0 w 1753436"/>
              <a:gd name="csY3" fmla="*/ 812240 h 812240"/>
              <a:gd name="csX0" fmla="*/ 0 w 1754188"/>
              <a:gd name="csY0" fmla="*/ 812240 h 812240"/>
              <a:gd name="csX1" fmla="*/ 1753436 w 1754188"/>
              <a:gd name="csY1" fmla="*/ 0 h 812240"/>
              <a:gd name="csX2" fmla="*/ 1754188 w 1754188"/>
              <a:gd name="csY2" fmla="*/ 810040 h 812240"/>
              <a:gd name="csX3" fmla="*/ 0 w 1754188"/>
              <a:gd name="csY3" fmla="*/ 812240 h 81224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754188" h="812240">
                <a:moveTo>
                  <a:pt x="0" y="812240"/>
                </a:moveTo>
                <a:lnTo>
                  <a:pt x="1753436" y="0"/>
                </a:lnTo>
                <a:cubicBezTo>
                  <a:pt x="1753687" y="270013"/>
                  <a:pt x="1753937" y="540027"/>
                  <a:pt x="1754188" y="810040"/>
                </a:cubicBezTo>
                <a:lnTo>
                  <a:pt x="0" y="812240"/>
                </a:ln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  <a:ln w="63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KR" sz="1000" dirty="0"/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121A2BB0-A74C-6F02-62CC-A5DB9ACEA6E7}"/>
              </a:ext>
            </a:extLst>
          </p:cNvPr>
          <p:cNvCxnSpPr/>
          <p:nvPr/>
        </p:nvCxnSpPr>
        <p:spPr>
          <a:xfrm flipV="1">
            <a:off x="5519052" y="229294"/>
            <a:ext cx="0" cy="3072809"/>
          </a:xfrm>
          <a:prstGeom prst="line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0059BBF2-FB54-E34E-2C03-A6802AD2D363}"/>
              </a:ext>
            </a:extLst>
          </p:cNvPr>
          <p:cNvCxnSpPr>
            <a:cxnSpLocks/>
          </p:cNvCxnSpPr>
          <p:nvPr/>
        </p:nvCxnSpPr>
        <p:spPr>
          <a:xfrm>
            <a:off x="5352475" y="3135526"/>
            <a:ext cx="3196856" cy="0"/>
          </a:xfrm>
          <a:prstGeom prst="line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D99E11EF-58F1-A234-13D7-82B97C3C207E}"/>
              </a:ext>
            </a:extLst>
          </p:cNvPr>
          <p:cNvCxnSpPr>
            <a:cxnSpLocks/>
          </p:cNvCxnSpPr>
          <p:nvPr/>
        </p:nvCxnSpPr>
        <p:spPr>
          <a:xfrm>
            <a:off x="5529685" y="314354"/>
            <a:ext cx="0" cy="2987749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4BB6F140-A93D-1F2B-6CE6-B3D8526C90A4}"/>
              </a:ext>
            </a:extLst>
          </p:cNvPr>
          <p:cNvCxnSpPr>
            <a:cxnSpLocks/>
          </p:cNvCxnSpPr>
          <p:nvPr/>
        </p:nvCxnSpPr>
        <p:spPr>
          <a:xfrm>
            <a:off x="5724615" y="314354"/>
            <a:ext cx="0" cy="2987749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78A196A7-0524-D393-7E09-7F5893EE521C}"/>
              </a:ext>
            </a:extLst>
          </p:cNvPr>
          <p:cNvCxnSpPr>
            <a:cxnSpLocks/>
          </p:cNvCxnSpPr>
          <p:nvPr/>
        </p:nvCxnSpPr>
        <p:spPr>
          <a:xfrm>
            <a:off x="5919545" y="314354"/>
            <a:ext cx="0" cy="2987749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9DFB49B5-8D2C-3199-ABDE-1167129A7C24}"/>
              </a:ext>
            </a:extLst>
          </p:cNvPr>
          <p:cNvCxnSpPr>
            <a:cxnSpLocks/>
          </p:cNvCxnSpPr>
          <p:nvPr/>
        </p:nvCxnSpPr>
        <p:spPr>
          <a:xfrm>
            <a:off x="6114475" y="314354"/>
            <a:ext cx="0" cy="2987749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7B60B2AC-94A1-8F18-FD8D-504D1CB58EF2}"/>
              </a:ext>
            </a:extLst>
          </p:cNvPr>
          <p:cNvCxnSpPr>
            <a:cxnSpLocks/>
          </p:cNvCxnSpPr>
          <p:nvPr/>
        </p:nvCxnSpPr>
        <p:spPr>
          <a:xfrm>
            <a:off x="6309405" y="314354"/>
            <a:ext cx="0" cy="2987749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CFA1443E-246D-CE6E-77CC-7B4B5DF87D51}"/>
              </a:ext>
            </a:extLst>
          </p:cNvPr>
          <p:cNvCxnSpPr>
            <a:cxnSpLocks/>
          </p:cNvCxnSpPr>
          <p:nvPr/>
        </p:nvCxnSpPr>
        <p:spPr>
          <a:xfrm>
            <a:off x="6504335" y="314354"/>
            <a:ext cx="0" cy="2987749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16E3DBC9-E22B-D335-6528-A711E2F3328E}"/>
              </a:ext>
            </a:extLst>
          </p:cNvPr>
          <p:cNvCxnSpPr>
            <a:cxnSpLocks/>
          </p:cNvCxnSpPr>
          <p:nvPr/>
        </p:nvCxnSpPr>
        <p:spPr>
          <a:xfrm>
            <a:off x="6699265" y="314354"/>
            <a:ext cx="0" cy="2987749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5F9F057B-0923-1A7D-7560-890842E345AF}"/>
              </a:ext>
            </a:extLst>
          </p:cNvPr>
          <p:cNvCxnSpPr>
            <a:cxnSpLocks/>
          </p:cNvCxnSpPr>
          <p:nvPr/>
        </p:nvCxnSpPr>
        <p:spPr>
          <a:xfrm>
            <a:off x="6894195" y="314354"/>
            <a:ext cx="0" cy="2987749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AEB2DAEE-2DFB-EDF8-1303-8F1E230886C9}"/>
              </a:ext>
            </a:extLst>
          </p:cNvPr>
          <p:cNvCxnSpPr>
            <a:cxnSpLocks/>
          </p:cNvCxnSpPr>
          <p:nvPr/>
        </p:nvCxnSpPr>
        <p:spPr>
          <a:xfrm>
            <a:off x="7089125" y="314354"/>
            <a:ext cx="0" cy="2987749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76D7415C-1816-16F1-AC45-0D2AB99E4F2C}"/>
              </a:ext>
            </a:extLst>
          </p:cNvPr>
          <p:cNvCxnSpPr>
            <a:cxnSpLocks/>
          </p:cNvCxnSpPr>
          <p:nvPr/>
        </p:nvCxnSpPr>
        <p:spPr>
          <a:xfrm>
            <a:off x="7284055" y="314354"/>
            <a:ext cx="0" cy="2987749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F45A2314-73FD-BC75-A62A-E30BCFC6E326}"/>
              </a:ext>
            </a:extLst>
          </p:cNvPr>
          <p:cNvCxnSpPr>
            <a:cxnSpLocks/>
          </p:cNvCxnSpPr>
          <p:nvPr/>
        </p:nvCxnSpPr>
        <p:spPr>
          <a:xfrm>
            <a:off x="7478985" y="314354"/>
            <a:ext cx="0" cy="2987749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29911737-DC73-5D47-14FA-3592A0C120C8}"/>
              </a:ext>
            </a:extLst>
          </p:cNvPr>
          <p:cNvCxnSpPr>
            <a:cxnSpLocks/>
          </p:cNvCxnSpPr>
          <p:nvPr/>
        </p:nvCxnSpPr>
        <p:spPr>
          <a:xfrm>
            <a:off x="7673915" y="314354"/>
            <a:ext cx="0" cy="2987749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8D54856F-0D80-8229-F427-89406C86D800}"/>
              </a:ext>
            </a:extLst>
          </p:cNvPr>
          <p:cNvCxnSpPr>
            <a:cxnSpLocks/>
          </p:cNvCxnSpPr>
          <p:nvPr/>
        </p:nvCxnSpPr>
        <p:spPr>
          <a:xfrm>
            <a:off x="7868845" y="314354"/>
            <a:ext cx="0" cy="2987749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BE5ABC28-8127-0CF3-8F43-B276E629F215}"/>
              </a:ext>
            </a:extLst>
          </p:cNvPr>
          <p:cNvCxnSpPr>
            <a:cxnSpLocks/>
          </p:cNvCxnSpPr>
          <p:nvPr/>
        </p:nvCxnSpPr>
        <p:spPr>
          <a:xfrm>
            <a:off x="8063775" y="314354"/>
            <a:ext cx="0" cy="2987749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281003BA-5307-E574-02BD-A0E208417F5D}"/>
              </a:ext>
            </a:extLst>
          </p:cNvPr>
          <p:cNvCxnSpPr>
            <a:cxnSpLocks/>
          </p:cNvCxnSpPr>
          <p:nvPr/>
        </p:nvCxnSpPr>
        <p:spPr>
          <a:xfrm>
            <a:off x="8258705" y="314354"/>
            <a:ext cx="0" cy="2987749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C0CE8152-5B63-8E81-D9E8-7BA9615D04D8}"/>
              </a:ext>
            </a:extLst>
          </p:cNvPr>
          <p:cNvCxnSpPr>
            <a:cxnSpLocks/>
          </p:cNvCxnSpPr>
          <p:nvPr/>
        </p:nvCxnSpPr>
        <p:spPr>
          <a:xfrm rot="5400000">
            <a:off x="6876471" y="-1087368"/>
            <a:ext cx="0" cy="2987749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0AB2ED35-289A-3DA7-FBFF-3102038A960F}"/>
              </a:ext>
            </a:extLst>
          </p:cNvPr>
          <p:cNvCxnSpPr>
            <a:cxnSpLocks/>
          </p:cNvCxnSpPr>
          <p:nvPr/>
        </p:nvCxnSpPr>
        <p:spPr>
          <a:xfrm rot="5400000">
            <a:off x="6876471" y="-892438"/>
            <a:ext cx="0" cy="2987749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7FCE3CAC-3C1F-4A4C-AE61-7FD3263B135B}"/>
              </a:ext>
            </a:extLst>
          </p:cNvPr>
          <p:cNvCxnSpPr>
            <a:cxnSpLocks/>
          </p:cNvCxnSpPr>
          <p:nvPr/>
        </p:nvCxnSpPr>
        <p:spPr>
          <a:xfrm rot="5400000">
            <a:off x="6876471" y="-697508"/>
            <a:ext cx="0" cy="2987749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FCDC4F3F-A6F0-A22B-C44C-7386C5893F43}"/>
              </a:ext>
            </a:extLst>
          </p:cNvPr>
          <p:cNvCxnSpPr>
            <a:cxnSpLocks/>
          </p:cNvCxnSpPr>
          <p:nvPr/>
        </p:nvCxnSpPr>
        <p:spPr>
          <a:xfrm rot="5400000">
            <a:off x="6876471" y="-502578"/>
            <a:ext cx="0" cy="2987749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F6A5E782-A1C2-82D0-2DE9-25777B1A9188}"/>
              </a:ext>
            </a:extLst>
          </p:cNvPr>
          <p:cNvCxnSpPr>
            <a:cxnSpLocks/>
          </p:cNvCxnSpPr>
          <p:nvPr/>
        </p:nvCxnSpPr>
        <p:spPr>
          <a:xfrm rot="5400000">
            <a:off x="6876471" y="-307648"/>
            <a:ext cx="0" cy="2987749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E2F6AE09-8A0E-3685-C346-1BA95C1A5C58}"/>
              </a:ext>
            </a:extLst>
          </p:cNvPr>
          <p:cNvCxnSpPr>
            <a:cxnSpLocks/>
          </p:cNvCxnSpPr>
          <p:nvPr/>
        </p:nvCxnSpPr>
        <p:spPr>
          <a:xfrm rot="5400000">
            <a:off x="6876471" y="-112718"/>
            <a:ext cx="0" cy="2987749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0F216187-2042-6F23-1864-41ADCA738EA5}"/>
              </a:ext>
            </a:extLst>
          </p:cNvPr>
          <p:cNvCxnSpPr>
            <a:cxnSpLocks/>
          </p:cNvCxnSpPr>
          <p:nvPr/>
        </p:nvCxnSpPr>
        <p:spPr>
          <a:xfrm rot="5400000">
            <a:off x="6876471" y="82212"/>
            <a:ext cx="0" cy="2987749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613DCF94-4574-198B-70BA-B3D54CD196DB}"/>
              </a:ext>
            </a:extLst>
          </p:cNvPr>
          <p:cNvCxnSpPr>
            <a:cxnSpLocks/>
          </p:cNvCxnSpPr>
          <p:nvPr/>
        </p:nvCxnSpPr>
        <p:spPr>
          <a:xfrm rot="5400000">
            <a:off x="6876471" y="277142"/>
            <a:ext cx="0" cy="2987749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578DF439-302B-4BD6-AF61-F437D4894233}"/>
              </a:ext>
            </a:extLst>
          </p:cNvPr>
          <p:cNvCxnSpPr>
            <a:cxnSpLocks/>
          </p:cNvCxnSpPr>
          <p:nvPr/>
        </p:nvCxnSpPr>
        <p:spPr>
          <a:xfrm rot="5400000">
            <a:off x="6876471" y="472072"/>
            <a:ext cx="0" cy="2987749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A0C4418A-2836-0266-9784-F659B9BC79AD}"/>
              </a:ext>
            </a:extLst>
          </p:cNvPr>
          <p:cNvCxnSpPr>
            <a:cxnSpLocks/>
          </p:cNvCxnSpPr>
          <p:nvPr/>
        </p:nvCxnSpPr>
        <p:spPr>
          <a:xfrm rot="5400000">
            <a:off x="6876471" y="667002"/>
            <a:ext cx="0" cy="2987749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33B57B6B-5BA0-CD9D-FABE-0696E4157D15}"/>
              </a:ext>
            </a:extLst>
          </p:cNvPr>
          <p:cNvCxnSpPr>
            <a:cxnSpLocks/>
          </p:cNvCxnSpPr>
          <p:nvPr/>
        </p:nvCxnSpPr>
        <p:spPr>
          <a:xfrm rot="5400000">
            <a:off x="6876471" y="861932"/>
            <a:ext cx="0" cy="2987749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943F3254-E27C-2FBF-BE32-028DB330B194}"/>
              </a:ext>
            </a:extLst>
          </p:cNvPr>
          <p:cNvCxnSpPr>
            <a:cxnSpLocks/>
          </p:cNvCxnSpPr>
          <p:nvPr/>
        </p:nvCxnSpPr>
        <p:spPr>
          <a:xfrm rot="5400000">
            <a:off x="6876471" y="1056862"/>
            <a:ext cx="0" cy="2987749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E928A2C2-DE57-AA37-6514-9C313306E132}"/>
              </a:ext>
            </a:extLst>
          </p:cNvPr>
          <p:cNvCxnSpPr>
            <a:cxnSpLocks/>
          </p:cNvCxnSpPr>
          <p:nvPr/>
        </p:nvCxnSpPr>
        <p:spPr>
          <a:xfrm rot="5400000">
            <a:off x="6876471" y="1251792"/>
            <a:ext cx="0" cy="2987749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A3CDA9EE-6713-43EB-941D-F95902C33197}"/>
              </a:ext>
            </a:extLst>
          </p:cNvPr>
          <p:cNvCxnSpPr>
            <a:cxnSpLocks/>
          </p:cNvCxnSpPr>
          <p:nvPr/>
        </p:nvCxnSpPr>
        <p:spPr>
          <a:xfrm rot="5400000">
            <a:off x="6876471" y="1446722"/>
            <a:ext cx="0" cy="2987749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" name="Rectangle 99">
            <a:extLst>
              <a:ext uri="{FF2B5EF4-FFF2-40B4-BE49-F238E27FC236}">
                <a16:creationId xmlns:a16="http://schemas.microsoft.com/office/drawing/2014/main" id="{68816ABC-8477-6BDB-C6B3-A11B0E195E81}"/>
              </a:ext>
            </a:extLst>
          </p:cNvPr>
          <p:cNvSpPr/>
          <p:nvPr/>
        </p:nvSpPr>
        <p:spPr>
          <a:xfrm>
            <a:off x="2923720" y="3757562"/>
            <a:ext cx="1367954" cy="1361904"/>
          </a:xfrm>
          <a:custGeom>
            <a:avLst/>
            <a:gdLst>
              <a:gd name="csX0" fmla="*/ 0 w 1169575"/>
              <a:gd name="csY0" fmla="*/ 0 h 1169580"/>
              <a:gd name="csX1" fmla="*/ 1169575 w 1169575"/>
              <a:gd name="csY1" fmla="*/ 0 h 1169580"/>
              <a:gd name="csX2" fmla="*/ 1169575 w 1169575"/>
              <a:gd name="csY2" fmla="*/ 1169580 h 1169580"/>
              <a:gd name="csX3" fmla="*/ 0 w 1169575"/>
              <a:gd name="csY3" fmla="*/ 1169580 h 1169580"/>
              <a:gd name="csX4" fmla="*/ 0 w 1169575"/>
              <a:gd name="csY4" fmla="*/ 0 h 1169580"/>
              <a:gd name="csX0" fmla="*/ 0 w 1181150"/>
              <a:gd name="csY0" fmla="*/ 0 h 1169580"/>
              <a:gd name="csX1" fmla="*/ 1169575 w 1181150"/>
              <a:gd name="csY1" fmla="*/ 0 h 1169580"/>
              <a:gd name="csX2" fmla="*/ 1181150 w 1181150"/>
              <a:gd name="csY2" fmla="*/ 810764 h 1169580"/>
              <a:gd name="csX3" fmla="*/ 0 w 1181150"/>
              <a:gd name="csY3" fmla="*/ 1169580 h 1169580"/>
              <a:gd name="csX4" fmla="*/ 0 w 1181150"/>
              <a:gd name="csY4" fmla="*/ 0 h 1169580"/>
              <a:gd name="csX0" fmla="*/ 173620 w 1181150"/>
              <a:gd name="csY0" fmla="*/ 23149 h 1169580"/>
              <a:gd name="csX1" fmla="*/ 1169575 w 1181150"/>
              <a:gd name="csY1" fmla="*/ 0 h 1169580"/>
              <a:gd name="csX2" fmla="*/ 1181150 w 1181150"/>
              <a:gd name="csY2" fmla="*/ 810764 h 1169580"/>
              <a:gd name="csX3" fmla="*/ 0 w 1181150"/>
              <a:gd name="csY3" fmla="*/ 1169580 h 1169580"/>
              <a:gd name="csX4" fmla="*/ 173620 w 1181150"/>
              <a:gd name="csY4" fmla="*/ 23149 h 1169580"/>
              <a:gd name="csX0" fmla="*/ 173620 w 1551540"/>
              <a:gd name="csY0" fmla="*/ 405113 h 1551544"/>
              <a:gd name="csX1" fmla="*/ 1551540 w 1551540"/>
              <a:gd name="csY1" fmla="*/ 0 h 1551544"/>
              <a:gd name="csX2" fmla="*/ 1181150 w 1551540"/>
              <a:gd name="csY2" fmla="*/ 1192728 h 1551544"/>
              <a:gd name="csX3" fmla="*/ 0 w 1551540"/>
              <a:gd name="csY3" fmla="*/ 1551544 h 1551544"/>
              <a:gd name="csX4" fmla="*/ 173620 w 1551540"/>
              <a:gd name="csY4" fmla="*/ 405113 h 1551544"/>
              <a:gd name="csX0" fmla="*/ 173620 w 1331621"/>
              <a:gd name="csY0" fmla="*/ 185194 h 1331625"/>
              <a:gd name="csX1" fmla="*/ 1331621 w 1331621"/>
              <a:gd name="csY1" fmla="*/ 0 h 1331625"/>
              <a:gd name="csX2" fmla="*/ 1181150 w 1331621"/>
              <a:gd name="csY2" fmla="*/ 972809 h 1331625"/>
              <a:gd name="csX3" fmla="*/ 0 w 1331621"/>
              <a:gd name="csY3" fmla="*/ 1331625 h 1331625"/>
              <a:gd name="csX4" fmla="*/ 173620 w 1331621"/>
              <a:gd name="csY4" fmla="*/ 185194 h 1331625"/>
              <a:gd name="csX0" fmla="*/ 173620 w 1367954"/>
              <a:gd name="csY0" fmla="*/ 227584 h 1374015"/>
              <a:gd name="csX1" fmla="*/ 1367954 w 1367954"/>
              <a:gd name="csY1" fmla="*/ 0 h 1374015"/>
              <a:gd name="csX2" fmla="*/ 1181150 w 1367954"/>
              <a:gd name="csY2" fmla="*/ 1015199 h 1374015"/>
              <a:gd name="csX3" fmla="*/ 0 w 1367954"/>
              <a:gd name="csY3" fmla="*/ 1374015 h 1374015"/>
              <a:gd name="csX4" fmla="*/ 173620 w 1367954"/>
              <a:gd name="csY4" fmla="*/ 227584 h 1374015"/>
              <a:gd name="csX0" fmla="*/ 173620 w 1367954"/>
              <a:gd name="csY0" fmla="*/ 227584 h 1374015"/>
              <a:gd name="csX1" fmla="*/ 1367954 w 1367954"/>
              <a:gd name="csY1" fmla="*/ 0 h 1374015"/>
              <a:gd name="csX2" fmla="*/ 1175095 w 1367954"/>
              <a:gd name="csY2" fmla="*/ 990977 h 1374015"/>
              <a:gd name="csX3" fmla="*/ 0 w 1367954"/>
              <a:gd name="csY3" fmla="*/ 1374015 h 1374015"/>
              <a:gd name="csX4" fmla="*/ 173620 w 1367954"/>
              <a:gd name="csY4" fmla="*/ 227584 h 1374015"/>
              <a:gd name="csX0" fmla="*/ 197842 w 1367954"/>
              <a:gd name="csY0" fmla="*/ 203361 h 1374015"/>
              <a:gd name="csX1" fmla="*/ 1367954 w 1367954"/>
              <a:gd name="csY1" fmla="*/ 0 h 1374015"/>
              <a:gd name="csX2" fmla="*/ 1175095 w 1367954"/>
              <a:gd name="csY2" fmla="*/ 990977 h 1374015"/>
              <a:gd name="csX3" fmla="*/ 0 w 1367954"/>
              <a:gd name="csY3" fmla="*/ 1374015 h 1374015"/>
              <a:gd name="csX4" fmla="*/ 197842 w 1367954"/>
              <a:gd name="csY4" fmla="*/ 203361 h 1374015"/>
              <a:gd name="csX0" fmla="*/ 197842 w 1367954"/>
              <a:gd name="csY0" fmla="*/ 191250 h 1361904"/>
              <a:gd name="csX1" fmla="*/ 1367954 w 1367954"/>
              <a:gd name="csY1" fmla="*/ 0 h 1361904"/>
              <a:gd name="csX2" fmla="*/ 1175095 w 1367954"/>
              <a:gd name="csY2" fmla="*/ 978866 h 1361904"/>
              <a:gd name="csX3" fmla="*/ 0 w 1367954"/>
              <a:gd name="csY3" fmla="*/ 1361904 h 1361904"/>
              <a:gd name="csX4" fmla="*/ 197842 w 1367954"/>
              <a:gd name="csY4" fmla="*/ 191250 h 136190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367954" h="1361904">
                <a:moveTo>
                  <a:pt x="197842" y="191250"/>
                </a:moveTo>
                <a:lnTo>
                  <a:pt x="1367954" y="0"/>
                </a:lnTo>
                <a:lnTo>
                  <a:pt x="1175095" y="978866"/>
                </a:lnTo>
                <a:lnTo>
                  <a:pt x="0" y="1361904"/>
                </a:lnTo>
                <a:lnTo>
                  <a:pt x="197842" y="191250"/>
                </a:ln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63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KR" sz="1000" dirty="0"/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7FF66E37-F40D-4352-EF12-769FC7DAC1F6}"/>
              </a:ext>
            </a:extLst>
          </p:cNvPr>
          <p:cNvSpPr txBox="1"/>
          <p:nvPr/>
        </p:nvSpPr>
        <p:spPr>
          <a:xfrm>
            <a:off x="2927164" y="5119465"/>
            <a:ext cx="8496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00" dirty="0"/>
              <a:t>A</a:t>
            </a:r>
            <a:endParaRPr lang="en-KR" sz="1000" dirty="0"/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3BE6D3D7-9F54-518B-D43E-D33FED8505D0}"/>
              </a:ext>
            </a:extLst>
          </p:cNvPr>
          <p:cNvSpPr txBox="1"/>
          <p:nvPr/>
        </p:nvSpPr>
        <p:spPr>
          <a:xfrm>
            <a:off x="4107575" y="4728201"/>
            <a:ext cx="8496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00" dirty="0"/>
              <a:t>B</a:t>
            </a:r>
            <a:endParaRPr lang="en-KR" sz="1000" dirty="0"/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8F9F3894-27D2-AFBF-2267-4C6F306141F8}"/>
              </a:ext>
            </a:extLst>
          </p:cNvPr>
          <p:cNvSpPr txBox="1"/>
          <p:nvPr/>
        </p:nvSpPr>
        <p:spPr>
          <a:xfrm>
            <a:off x="4306103" y="3579844"/>
            <a:ext cx="8496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00" dirty="0"/>
              <a:t>C</a:t>
            </a:r>
            <a:endParaRPr lang="en-KR" sz="1000" dirty="0"/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41E02ED5-2128-03B9-D0DE-B12BFF46A4AF}"/>
              </a:ext>
            </a:extLst>
          </p:cNvPr>
          <p:cNvSpPr txBox="1"/>
          <p:nvPr/>
        </p:nvSpPr>
        <p:spPr>
          <a:xfrm>
            <a:off x="3008681" y="3774774"/>
            <a:ext cx="8496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00" dirty="0"/>
              <a:t>D</a:t>
            </a:r>
            <a:endParaRPr lang="en-KR" sz="1000" dirty="0"/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92DA80D4-5FA3-2B7A-B008-0B17F139036D}"/>
              </a:ext>
            </a:extLst>
          </p:cNvPr>
          <p:cNvSpPr txBox="1"/>
          <p:nvPr/>
        </p:nvSpPr>
        <p:spPr>
          <a:xfrm>
            <a:off x="5643078" y="2925403"/>
            <a:ext cx="8496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00" dirty="0"/>
              <a:t>A</a:t>
            </a:r>
            <a:endParaRPr lang="en-KR" sz="1000" dirty="0"/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ED85FB52-5AD0-181A-75F6-E703C4DFFDC9}"/>
              </a:ext>
            </a:extLst>
          </p:cNvPr>
          <p:cNvSpPr txBox="1"/>
          <p:nvPr/>
        </p:nvSpPr>
        <p:spPr>
          <a:xfrm>
            <a:off x="7101630" y="2724958"/>
            <a:ext cx="8496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00" dirty="0"/>
              <a:t>B</a:t>
            </a:r>
            <a:endParaRPr lang="en-KR" sz="1000" dirty="0"/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E2CE05BC-01A4-9346-001B-4231C4C1C7F2}"/>
              </a:ext>
            </a:extLst>
          </p:cNvPr>
          <p:cNvSpPr txBox="1"/>
          <p:nvPr/>
        </p:nvSpPr>
        <p:spPr>
          <a:xfrm>
            <a:off x="6907536" y="1823115"/>
            <a:ext cx="8496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00" dirty="0"/>
              <a:t>C</a:t>
            </a:r>
            <a:endParaRPr lang="en-KR" sz="1000" dirty="0"/>
          </a:p>
        </p:txBody>
      </p:sp>
      <p:sp>
        <p:nvSpPr>
          <p:cNvPr id="109" name="Triangle 6">
            <a:extLst>
              <a:ext uri="{FF2B5EF4-FFF2-40B4-BE49-F238E27FC236}">
                <a16:creationId xmlns:a16="http://schemas.microsoft.com/office/drawing/2014/main" id="{7C689A69-B93F-C552-FC0B-BE64C31DEE44}"/>
              </a:ext>
            </a:extLst>
          </p:cNvPr>
          <p:cNvSpPr/>
          <p:nvPr/>
        </p:nvSpPr>
        <p:spPr>
          <a:xfrm>
            <a:off x="5744914" y="3769414"/>
            <a:ext cx="1365537" cy="977220"/>
          </a:xfrm>
          <a:custGeom>
            <a:avLst/>
            <a:gdLst>
              <a:gd name="csX0" fmla="*/ 0 w 1060704"/>
              <a:gd name="csY0" fmla="*/ 914400 h 914400"/>
              <a:gd name="csX1" fmla="*/ 530352 w 1060704"/>
              <a:gd name="csY1" fmla="*/ 0 h 914400"/>
              <a:gd name="csX2" fmla="*/ 1060704 w 1060704"/>
              <a:gd name="csY2" fmla="*/ 914400 h 914400"/>
              <a:gd name="csX3" fmla="*/ 0 w 1060704"/>
              <a:gd name="csY3" fmla="*/ 914400 h 914400"/>
              <a:gd name="csX0" fmla="*/ 0 w 1508547"/>
              <a:gd name="csY0" fmla="*/ 765544 h 765544"/>
              <a:gd name="csX1" fmla="*/ 1508547 w 1508547"/>
              <a:gd name="csY1" fmla="*/ 0 h 765544"/>
              <a:gd name="csX2" fmla="*/ 1060704 w 1508547"/>
              <a:gd name="csY2" fmla="*/ 765544 h 765544"/>
              <a:gd name="csX3" fmla="*/ 0 w 1508547"/>
              <a:gd name="csY3" fmla="*/ 765544 h 765544"/>
              <a:gd name="csX0" fmla="*/ 0 w 1784993"/>
              <a:gd name="csY0" fmla="*/ 850604 h 850604"/>
              <a:gd name="csX1" fmla="*/ 1784993 w 1784993"/>
              <a:gd name="csY1" fmla="*/ 0 h 850604"/>
              <a:gd name="csX2" fmla="*/ 1060704 w 1784993"/>
              <a:gd name="csY2" fmla="*/ 850604 h 850604"/>
              <a:gd name="csX3" fmla="*/ 0 w 1784993"/>
              <a:gd name="csY3" fmla="*/ 850604 h 850604"/>
              <a:gd name="csX0" fmla="*/ 0 w 2816351"/>
              <a:gd name="csY0" fmla="*/ 818707 h 818707"/>
              <a:gd name="csX1" fmla="*/ 2816351 w 2816351"/>
              <a:gd name="csY1" fmla="*/ 0 h 818707"/>
              <a:gd name="csX2" fmla="*/ 1060704 w 2816351"/>
              <a:gd name="csY2" fmla="*/ 818707 h 818707"/>
              <a:gd name="csX3" fmla="*/ 0 w 2816351"/>
              <a:gd name="csY3" fmla="*/ 818707 h 818707"/>
              <a:gd name="csX0" fmla="*/ 0 w 1795073"/>
              <a:gd name="csY0" fmla="*/ 818707 h 818707"/>
              <a:gd name="csX1" fmla="*/ 1795073 w 1795073"/>
              <a:gd name="csY1" fmla="*/ 0 h 818707"/>
              <a:gd name="csX2" fmla="*/ 1060704 w 1795073"/>
              <a:gd name="csY2" fmla="*/ 818707 h 818707"/>
              <a:gd name="csX3" fmla="*/ 0 w 1795073"/>
              <a:gd name="csY3" fmla="*/ 818707 h 818707"/>
              <a:gd name="csX0" fmla="*/ 0 w 1771627"/>
              <a:gd name="csY0" fmla="*/ 812846 h 812846"/>
              <a:gd name="csX1" fmla="*/ 1771627 w 1771627"/>
              <a:gd name="csY1" fmla="*/ 0 h 812846"/>
              <a:gd name="csX2" fmla="*/ 1060704 w 1771627"/>
              <a:gd name="csY2" fmla="*/ 812846 h 812846"/>
              <a:gd name="csX3" fmla="*/ 0 w 1771627"/>
              <a:gd name="csY3" fmla="*/ 812846 h 812846"/>
              <a:gd name="csX0" fmla="*/ 0 w 1777489"/>
              <a:gd name="csY0" fmla="*/ 818708 h 818708"/>
              <a:gd name="csX1" fmla="*/ 1777489 w 1777489"/>
              <a:gd name="csY1" fmla="*/ 0 h 818708"/>
              <a:gd name="csX2" fmla="*/ 1060704 w 1777489"/>
              <a:gd name="csY2" fmla="*/ 818708 h 818708"/>
              <a:gd name="csX3" fmla="*/ 0 w 1777489"/>
              <a:gd name="csY3" fmla="*/ 818708 h 818708"/>
              <a:gd name="csX0" fmla="*/ 0 w 1748181"/>
              <a:gd name="csY0" fmla="*/ 806985 h 806985"/>
              <a:gd name="csX1" fmla="*/ 1748181 w 1748181"/>
              <a:gd name="csY1" fmla="*/ 0 h 806985"/>
              <a:gd name="csX2" fmla="*/ 1060704 w 1748181"/>
              <a:gd name="csY2" fmla="*/ 806985 h 806985"/>
              <a:gd name="csX3" fmla="*/ 0 w 1748181"/>
              <a:gd name="csY3" fmla="*/ 806985 h 806985"/>
              <a:gd name="csX0" fmla="*/ 0 w 1753436"/>
              <a:gd name="csY0" fmla="*/ 812240 h 812240"/>
              <a:gd name="csX1" fmla="*/ 1753436 w 1753436"/>
              <a:gd name="csY1" fmla="*/ 0 h 812240"/>
              <a:gd name="csX2" fmla="*/ 1060704 w 1753436"/>
              <a:gd name="csY2" fmla="*/ 812240 h 812240"/>
              <a:gd name="csX3" fmla="*/ 0 w 1753436"/>
              <a:gd name="csY3" fmla="*/ 812240 h 812240"/>
              <a:gd name="csX0" fmla="*/ 0 w 1156277"/>
              <a:gd name="csY0" fmla="*/ 989521 h 989521"/>
              <a:gd name="csX1" fmla="*/ 1156277 w 1156277"/>
              <a:gd name="csY1" fmla="*/ 0 h 989521"/>
              <a:gd name="csX2" fmla="*/ 1060704 w 1156277"/>
              <a:gd name="csY2" fmla="*/ 989521 h 989521"/>
              <a:gd name="csX3" fmla="*/ 0 w 1156277"/>
              <a:gd name="csY3" fmla="*/ 989521 h 989521"/>
              <a:gd name="csX0" fmla="*/ 0 w 1156277"/>
              <a:gd name="csY0" fmla="*/ 989521 h 989521"/>
              <a:gd name="csX1" fmla="*/ 1156277 w 1156277"/>
              <a:gd name="csY1" fmla="*/ 0 h 989521"/>
              <a:gd name="csX2" fmla="*/ 995390 w 1156277"/>
              <a:gd name="csY2" fmla="*/ 802908 h 989521"/>
              <a:gd name="csX3" fmla="*/ 0 w 1156277"/>
              <a:gd name="csY3" fmla="*/ 989521 h 989521"/>
              <a:gd name="csX0" fmla="*/ 0 w 1349136"/>
              <a:gd name="csY0" fmla="*/ 989521 h 989521"/>
              <a:gd name="csX1" fmla="*/ 1156277 w 1349136"/>
              <a:gd name="csY1" fmla="*/ 0 h 989521"/>
              <a:gd name="csX2" fmla="*/ 1349136 w 1349136"/>
              <a:gd name="csY2" fmla="*/ 782885 h 989521"/>
              <a:gd name="csX3" fmla="*/ 0 w 1349136"/>
              <a:gd name="csY3" fmla="*/ 989521 h 989521"/>
              <a:gd name="csX0" fmla="*/ 0 w 1365537"/>
              <a:gd name="csY0" fmla="*/ 989521 h 989521"/>
              <a:gd name="csX1" fmla="*/ 1156277 w 1365537"/>
              <a:gd name="csY1" fmla="*/ 0 h 989521"/>
              <a:gd name="csX2" fmla="*/ 1365537 w 1365537"/>
              <a:gd name="csY2" fmla="*/ 799287 h 989521"/>
              <a:gd name="csX3" fmla="*/ 0 w 1365537"/>
              <a:gd name="csY3" fmla="*/ 989521 h 989521"/>
              <a:gd name="csX0" fmla="*/ 0 w 1365537"/>
              <a:gd name="csY0" fmla="*/ 977220 h 977220"/>
              <a:gd name="csX1" fmla="*/ 1168579 w 1365537"/>
              <a:gd name="csY1" fmla="*/ 0 h 977220"/>
              <a:gd name="csX2" fmla="*/ 1365537 w 1365537"/>
              <a:gd name="csY2" fmla="*/ 786986 h 977220"/>
              <a:gd name="csX3" fmla="*/ 0 w 1365537"/>
              <a:gd name="csY3" fmla="*/ 977220 h 97722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365537" h="977220">
                <a:moveTo>
                  <a:pt x="0" y="977220"/>
                </a:moveTo>
                <a:lnTo>
                  <a:pt x="1168579" y="0"/>
                </a:lnTo>
                <a:lnTo>
                  <a:pt x="1365537" y="786986"/>
                </a:lnTo>
                <a:lnTo>
                  <a:pt x="0" y="977220"/>
                </a:ln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63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KR" sz="1000" dirty="0"/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3E0EE8DE-D88A-A1D5-144F-48E9A7BDFBE1}"/>
              </a:ext>
            </a:extLst>
          </p:cNvPr>
          <p:cNvSpPr txBox="1"/>
          <p:nvPr/>
        </p:nvSpPr>
        <p:spPr>
          <a:xfrm>
            <a:off x="5663376" y="4731440"/>
            <a:ext cx="8496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00" dirty="0"/>
              <a:t>A</a:t>
            </a:r>
            <a:endParaRPr lang="en-KR" sz="1000" dirty="0"/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22D47D49-6533-9586-A734-A2D4E668312D}"/>
              </a:ext>
            </a:extLst>
          </p:cNvPr>
          <p:cNvSpPr txBox="1"/>
          <p:nvPr/>
        </p:nvSpPr>
        <p:spPr>
          <a:xfrm>
            <a:off x="7121928" y="4530995"/>
            <a:ext cx="8496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00" dirty="0"/>
              <a:t>B</a:t>
            </a:r>
            <a:endParaRPr lang="en-KR" sz="1000" dirty="0"/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B544AFEE-5B2F-D232-B6B8-C9A384C06032}"/>
              </a:ext>
            </a:extLst>
          </p:cNvPr>
          <p:cNvSpPr txBox="1"/>
          <p:nvPr/>
        </p:nvSpPr>
        <p:spPr>
          <a:xfrm>
            <a:off x="6927834" y="3629152"/>
            <a:ext cx="8496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00" dirty="0"/>
              <a:t>C</a:t>
            </a:r>
            <a:endParaRPr lang="en-KR" sz="1000" dirty="0"/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C0E4F88E-98C1-526A-F0C2-456D344C502C}"/>
              </a:ext>
            </a:extLst>
          </p:cNvPr>
          <p:cNvSpPr/>
          <p:nvPr/>
        </p:nvSpPr>
        <p:spPr>
          <a:xfrm>
            <a:off x="5744914" y="3772413"/>
            <a:ext cx="1369364" cy="972654"/>
          </a:xfrm>
          <a:prstGeom prst="rect">
            <a:avLst/>
          </a:prstGeom>
          <a:noFill/>
          <a:ln w="63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KR" sz="1000" dirty="0"/>
          </a:p>
        </p:txBody>
      </p:sp>
      <p:cxnSp>
        <p:nvCxnSpPr>
          <p:cNvPr id="117" name="Straight Connector 116">
            <a:extLst>
              <a:ext uri="{FF2B5EF4-FFF2-40B4-BE49-F238E27FC236}">
                <a16:creationId xmlns:a16="http://schemas.microsoft.com/office/drawing/2014/main" id="{B94E0CDE-DF8B-433D-B1AA-D16B263152CF}"/>
              </a:ext>
            </a:extLst>
          </p:cNvPr>
          <p:cNvCxnSpPr/>
          <p:nvPr/>
        </p:nvCxnSpPr>
        <p:spPr>
          <a:xfrm>
            <a:off x="6907536" y="3769414"/>
            <a:ext cx="0" cy="975653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Connector 117">
            <a:extLst>
              <a:ext uri="{FF2B5EF4-FFF2-40B4-BE49-F238E27FC236}">
                <a16:creationId xmlns:a16="http://schemas.microsoft.com/office/drawing/2014/main" id="{82AFD206-4339-A457-5622-D9AEBD5BBB33}"/>
              </a:ext>
            </a:extLst>
          </p:cNvPr>
          <p:cNvCxnSpPr>
            <a:cxnSpLocks/>
          </p:cNvCxnSpPr>
          <p:nvPr/>
        </p:nvCxnSpPr>
        <p:spPr>
          <a:xfrm>
            <a:off x="5744914" y="4555603"/>
            <a:ext cx="1365537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796528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6350"/>
      </a:spPr>
      <a:bodyPr rtlCol="0" anchor="ctr"/>
      <a:lstStyle>
        <a:defPPr algn="ctr">
          <a:defRPr sz="1000" dirty="0"/>
        </a:defPPr>
      </a:lstStyle>
      <a:style>
        <a:lnRef idx="2">
          <a:schemeClr val="dk1"/>
        </a:lnRef>
        <a:fillRef idx="1">
          <a:schemeClr val="lt1"/>
        </a:fillRef>
        <a:effectRef idx="0">
          <a:schemeClr val="dk1"/>
        </a:effectRef>
        <a:fontRef idx="minor">
          <a:schemeClr val="dk1"/>
        </a:fontRef>
      </a:style>
    </a:spDef>
    <a:lnDef>
      <a:spPr>
        <a:ln w="6350">
          <a:solidFill>
            <a:srgbClr val="FF0000"/>
          </a:solidFill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sz="1000"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7212</TotalTime>
  <Words>11</Words>
  <Application>Microsoft Macintosh PowerPoint</Application>
  <PresentationFormat>Widescreen</PresentationFormat>
  <Paragraphs>11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맑은 고딕</vt:lpstr>
      <vt:lpstr>Aptos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이승진</dc:creator>
  <cp:lastModifiedBy>이승진</cp:lastModifiedBy>
  <cp:revision>8</cp:revision>
  <dcterms:created xsi:type="dcterms:W3CDTF">2025-06-18T05:00:22Z</dcterms:created>
  <dcterms:modified xsi:type="dcterms:W3CDTF">2026-01-29T01:46:58Z</dcterms:modified>
</cp:coreProperties>
</file>