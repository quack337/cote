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65"/>
    <p:restoredTop sz="94718"/>
  </p:normalViewPr>
  <p:slideViewPr>
    <p:cSldViewPr snapToGrid="0">
      <p:cViewPr>
        <p:scale>
          <a:sx n="104" d="100"/>
          <a:sy n="104" d="100"/>
        </p:scale>
        <p:origin x="25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0A92-9550-510B-9C00-B0198BD48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F74A8-42D1-3CA2-94A1-6A0A265C5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EE4DE-4995-090E-7FBD-9812BEE73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26DD-15FD-7042-9376-8E5684FC713D}" type="datetimeFigureOut">
              <a:t>11/25/25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08F03-2A8A-6246-61F1-923FBAC7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9BB84-51FD-D212-230D-8BD554A49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A2D3-FDFD-F64E-914C-5AB54D4FD073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6194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315A-5BFE-AD44-ECC2-136BACA3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4F4EC-EDAF-596D-9BA3-2ECD5715C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081D9-4C13-173F-4B67-9AC588C26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26DD-15FD-7042-9376-8E5684FC713D}" type="datetimeFigureOut">
              <a:t>11/25/25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05D12-FA30-DFE4-DE8F-DDE6B680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9C507-CEF0-C73D-81E4-D68814EAA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A2D3-FDFD-F64E-914C-5AB54D4FD073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9325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36A7-B3CA-DBD0-2FD0-035D19AD0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C6A18-E171-1CBB-C311-3FDAED037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6936B-67C6-C695-74C4-594E0699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26DD-15FD-7042-9376-8E5684FC713D}" type="datetimeFigureOut">
              <a:t>11/25/25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0E35B-6283-4BD9-2178-3B73AC05C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685BF-9955-C45A-8645-CB38C719A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A2D3-FDFD-F64E-914C-5AB54D4FD073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41176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5E6D-C0FB-44D3-536E-B2128C55B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40344-A5C3-6F52-435C-F180BF1D6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26163-EAC5-DAC4-93C5-75F932EE3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7CFF1-346A-912A-C4D3-BB4597A26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26DD-15FD-7042-9376-8E5684FC713D}" type="datetimeFigureOut">
              <a:t>11/25/25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4EB0B-D9AD-D49B-6127-987693664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45DCC-6561-02B4-04A0-F4B4B1F4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A2D3-FDFD-F64E-914C-5AB54D4FD073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75832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946E2-68D2-C854-2707-79E5AECF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551BC-23F7-138C-6FD5-113AF7025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A7E06-31AE-2A20-E178-3F8691EC7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5573E4-4841-EFFA-0C41-B219B796F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D9E2AB-6B63-87A3-0B80-0B19F5755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1C33FE-BF5A-02B2-12F7-10EAA3150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26DD-15FD-7042-9376-8E5684FC713D}" type="datetimeFigureOut">
              <a:t>11/25/25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9E5EFB-38A5-5853-1DE2-829B6ADF6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8B71B4-0602-7CC4-8037-5D13EFD0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A2D3-FDFD-F64E-914C-5AB54D4FD073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51256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261A-110A-132A-76F1-5094667CD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3A3AF-5D11-03B3-9C54-90891CADD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26DD-15FD-7042-9376-8E5684FC713D}" type="datetimeFigureOut">
              <a:t>11/25/25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D000-F0B1-DA1A-419F-30D3A94C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D2391-398D-2A24-A49F-78DBE0BF2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A2D3-FDFD-F64E-914C-5AB54D4FD073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80962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E9784-1186-56B4-5041-D3CD44D4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26DD-15FD-7042-9376-8E5684FC713D}" type="datetimeFigureOut">
              <a:t>11/25/25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B990D-FCD2-0C40-4FDD-EE8EDBEA8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14610-B131-5855-196F-5C0400D21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A2D3-FDFD-F64E-914C-5AB54D4FD073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34112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933A-EB7F-0F4F-CB92-B5F640F89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9DABD-4712-8AAC-35A7-D2F3A0094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AB167-DA07-964C-68E8-165634008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C031D-0676-B287-DD8C-706A17AE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26DD-15FD-7042-9376-8E5684FC713D}" type="datetimeFigureOut">
              <a:t>11/25/25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E2560-533F-15A6-A187-1437B531D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56E77-F1A9-FA0A-40FB-5E735E034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A2D3-FDFD-F64E-914C-5AB54D4FD073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16338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5186-39CD-07A4-DB01-C7474BCE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0BB897-9485-F053-FBCC-C6B91B612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58967-89CF-F738-1091-885C69948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8456A-C053-909E-DEF3-AC42D8064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26DD-15FD-7042-9376-8E5684FC713D}" type="datetimeFigureOut">
              <a:t>11/25/25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0FDFC-42E6-D542-267F-D9EC3BA6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99E64-3D33-1576-16B1-29A03D18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A2D3-FDFD-F64E-914C-5AB54D4FD073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9705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621A2-F71D-E569-8F77-A3B90F7D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5347B1-1CB8-7989-1DBA-7F2769036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60FEA-B489-CC0A-45A0-66B8F5D2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26DD-15FD-7042-9376-8E5684FC713D}" type="datetimeFigureOut">
              <a:t>11/25/25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05F1E-5208-F909-C91F-D3BC71523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8AFE2-68B8-F466-D3F2-DEB1A296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A2D3-FDFD-F64E-914C-5AB54D4FD073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97631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2DCD50-21DB-8783-FB36-4909E3F20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0C5BF-227C-80AC-6EFA-28ADAEDF4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C536A-2484-EBC9-E80A-621D0D3A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26DD-15FD-7042-9376-8E5684FC713D}" type="datetimeFigureOut">
              <a:t>11/25/25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48359-5554-526C-CDDD-E0E7C0DD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76FAD-91C4-F499-9170-1E5ABA753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A2D3-FDFD-F64E-914C-5AB54D4FD073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68079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8CA8E5-D51B-5C75-5F51-A6D4A12CE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706B7-0A21-6DE4-9117-A41B07BA5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0BDCC-CA77-AF09-D4B2-EF5587D47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626DD-15FD-7042-9376-8E5684FC713D}" type="datetimeFigureOut">
              <a:t>11/25/25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149B9-DE6F-97B5-EA65-E7F8418B9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2847-E9B0-7493-F89F-05E73DFE9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2A2D3-FDFD-F64E-914C-5AB54D4FD073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9887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gular Pentagon 3">
            <a:extLst>
              <a:ext uri="{FF2B5EF4-FFF2-40B4-BE49-F238E27FC236}">
                <a16:creationId xmlns:a16="http://schemas.microsoft.com/office/drawing/2014/main" id="{081C5DAE-537B-F639-C6AF-050B72DA7A93}"/>
              </a:ext>
            </a:extLst>
          </p:cNvPr>
          <p:cNvSpPr/>
          <p:nvPr/>
        </p:nvSpPr>
        <p:spPr>
          <a:xfrm>
            <a:off x="331025" y="434439"/>
            <a:ext cx="1926771" cy="1589314"/>
          </a:xfrm>
          <a:prstGeom prst="pent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FF742D-9B11-D808-5049-633BAC98D93A}"/>
              </a:ext>
            </a:extLst>
          </p:cNvPr>
          <p:cNvCxnSpPr>
            <a:stCxn id="4" idx="2"/>
            <a:endCxn id="4" idx="0"/>
          </p:cNvCxnSpPr>
          <p:nvPr/>
        </p:nvCxnSpPr>
        <p:spPr>
          <a:xfrm flipV="1">
            <a:off x="699007" y="434439"/>
            <a:ext cx="595404" cy="15893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16B06-9AC6-81FE-7ADA-7415E7464285}"/>
              </a:ext>
            </a:extLst>
          </p:cNvPr>
          <p:cNvCxnSpPr>
            <a:cxnSpLocks/>
            <a:stCxn id="4" idx="2"/>
            <a:endCxn id="4" idx="5"/>
          </p:cNvCxnSpPr>
          <p:nvPr/>
        </p:nvCxnSpPr>
        <p:spPr>
          <a:xfrm flipV="1">
            <a:off x="699007" y="1041501"/>
            <a:ext cx="1558787" cy="9822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0290117-D436-49D2-7E74-253BE08B16A1}"/>
              </a:ext>
            </a:extLst>
          </p:cNvPr>
          <p:cNvSpPr txBox="1"/>
          <p:nvPr/>
        </p:nvSpPr>
        <p:spPr>
          <a:xfrm>
            <a:off x="2389909" y="249773"/>
            <a:ext cx="42482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삼각형으로 쪼개서 계산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꼭지점들이 시계방향으로 회전하고 있다</a:t>
            </a:r>
            <a:endParaRPr lang="en-KR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7854865-1169-FDE4-61CC-939D50D3964B}"/>
              </a:ext>
            </a:extLst>
          </p:cNvPr>
          <p:cNvSpPr/>
          <p:nvPr/>
        </p:nvSpPr>
        <p:spPr>
          <a:xfrm>
            <a:off x="331025" y="2484100"/>
            <a:ext cx="1477216" cy="2036445"/>
          </a:xfrm>
          <a:custGeom>
            <a:avLst/>
            <a:gdLst>
              <a:gd name="csX0" fmla="*/ 384463 w 1184563"/>
              <a:gd name="csY0" fmla="*/ 1662546 h 1662546"/>
              <a:gd name="csX1" fmla="*/ 384463 w 1184563"/>
              <a:gd name="csY1" fmla="*/ 1143000 h 1662546"/>
              <a:gd name="csX2" fmla="*/ 0 w 1184563"/>
              <a:gd name="csY2" fmla="*/ 831273 h 1662546"/>
              <a:gd name="csX3" fmla="*/ 353291 w 1184563"/>
              <a:gd name="csY3" fmla="*/ 467591 h 1662546"/>
              <a:gd name="csX4" fmla="*/ 342900 w 1184563"/>
              <a:gd name="csY4" fmla="*/ 10391 h 1662546"/>
              <a:gd name="csX5" fmla="*/ 1184563 w 1184563"/>
              <a:gd name="csY5" fmla="*/ 0 h 1662546"/>
              <a:gd name="csX0" fmla="*/ 384463 w 1249974"/>
              <a:gd name="csY0" fmla="*/ 1663315 h 1663315"/>
              <a:gd name="csX1" fmla="*/ 384463 w 1249974"/>
              <a:gd name="csY1" fmla="*/ 1143769 h 1663315"/>
              <a:gd name="csX2" fmla="*/ 0 w 1249974"/>
              <a:gd name="csY2" fmla="*/ 832042 h 1663315"/>
              <a:gd name="csX3" fmla="*/ 353291 w 1249974"/>
              <a:gd name="csY3" fmla="*/ 468360 h 1663315"/>
              <a:gd name="csX4" fmla="*/ 342900 w 1249974"/>
              <a:gd name="csY4" fmla="*/ 11160 h 1663315"/>
              <a:gd name="csX5" fmla="*/ 1184563 w 1249974"/>
              <a:gd name="csY5" fmla="*/ 769 h 1663315"/>
              <a:gd name="csX6" fmla="*/ 1194954 w 1249974"/>
              <a:gd name="csY6" fmla="*/ 769 h 1663315"/>
              <a:gd name="csX0" fmla="*/ 384463 w 1249974"/>
              <a:gd name="csY0" fmla="*/ 1672936 h 1672936"/>
              <a:gd name="csX1" fmla="*/ 384463 w 1249974"/>
              <a:gd name="csY1" fmla="*/ 1153390 h 1672936"/>
              <a:gd name="csX2" fmla="*/ 0 w 1249974"/>
              <a:gd name="csY2" fmla="*/ 841663 h 1672936"/>
              <a:gd name="csX3" fmla="*/ 353291 w 1249974"/>
              <a:gd name="csY3" fmla="*/ 477981 h 1672936"/>
              <a:gd name="csX4" fmla="*/ 342900 w 1249974"/>
              <a:gd name="csY4" fmla="*/ 20781 h 1672936"/>
              <a:gd name="csX5" fmla="*/ 1184563 w 1249974"/>
              <a:gd name="csY5" fmla="*/ 10390 h 1672936"/>
              <a:gd name="csX6" fmla="*/ 1194954 w 1249974"/>
              <a:gd name="csY6" fmla="*/ 10390 h 1672936"/>
              <a:gd name="csX7" fmla="*/ 1174171 w 1249974"/>
              <a:gd name="csY7" fmla="*/ 0 h 1672936"/>
              <a:gd name="csX0" fmla="*/ 384463 w 2358746"/>
              <a:gd name="csY0" fmla="*/ 2005445 h 2005445"/>
              <a:gd name="csX1" fmla="*/ 384463 w 2358746"/>
              <a:gd name="csY1" fmla="*/ 1485899 h 2005445"/>
              <a:gd name="csX2" fmla="*/ 0 w 2358746"/>
              <a:gd name="csY2" fmla="*/ 1174172 h 2005445"/>
              <a:gd name="csX3" fmla="*/ 353291 w 2358746"/>
              <a:gd name="csY3" fmla="*/ 810490 h 2005445"/>
              <a:gd name="csX4" fmla="*/ 342900 w 2358746"/>
              <a:gd name="csY4" fmla="*/ 353290 h 2005445"/>
              <a:gd name="csX5" fmla="*/ 1184563 w 2358746"/>
              <a:gd name="csY5" fmla="*/ 342899 h 2005445"/>
              <a:gd name="csX6" fmla="*/ 1194954 w 2358746"/>
              <a:gd name="csY6" fmla="*/ 342899 h 2005445"/>
              <a:gd name="csX7" fmla="*/ 2358735 w 2358746"/>
              <a:gd name="csY7" fmla="*/ 0 h 2005445"/>
              <a:gd name="csX0" fmla="*/ 384463 w 2026242"/>
              <a:gd name="csY0" fmla="*/ 1663316 h 1663316"/>
              <a:gd name="csX1" fmla="*/ 384463 w 2026242"/>
              <a:gd name="csY1" fmla="*/ 1143770 h 1663316"/>
              <a:gd name="csX2" fmla="*/ 0 w 2026242"/>
              <a:gd name="csY2" fmla="*/ 832043 h 1663316"/>
              <a:gd name="csX3" fmla="*/ 353291 w 2026242"/>
              <a:gd name="csY3" fmla="*/ 468361 h 1663316"/>
              <a:gd name="csX4" fmla="*/ 342900 w 2026242"/>
              <a:gd name="csY4" fmla="*/ 11161 h 1663316"/>
              <a:gd name="csX5" fmla="*/ 1184563 w 2026242"/>
              <a:gd name="csY5" fmla="*/ 770 h 1663316"/>
              <a:gd name="csX6" fmla="*/ 1194954 w 2026242"/>
              <a:gd name="csY6" fmla="*/ 770 h 1663316"/>
              <a:gd name="csX7" fmla="*/ 2026226 w 2026242"/>
              <a:gd name="csY7" fmla="*/ 1465890 h 1663316"/>
              <a:gd name="csX0" fmla="*/ 384463 w 1249974"/>
              <a:gd name="csY0" fmla="*/ 1663316 h 1694492"/>
              <a:gd name="csX1" fmla="*/ 384463 w 1249974"/>
              <a:gd name="csY1" fmla="*/ 1143770 h 1694492"/>
              <a:gd name="csX2" fmla="*/ 0 w 1249974"/>
              <a:gd name="csY2" fmla="*/ 832043 h 1694492"/>
              <a:gd name="csX3" fmla="*/ 353291 w 1249974"/>
              <a:gd name="csY3" fmla="*/ 468361 h 1694492"/>
              <a:gd name="csX4" fmla="*/ 342900 w 1249974"/>
              <a:gd name="csY4" fmla="*/ 11161 h 1694492"/>
              <a:gd name="csX5" fmla="*/ 1184563 w 1249974"/>
              <a:gd name="csY5" fmla="*/ 770 h 1694492"/>
              <a:gd name="csX6" fmla="*/ 1194954 w 1249974"/>
              <a:gd name="csY6" fmla="*/ 770 h 1694492"/>
              <a:gd name="csX7" fmla="*/ 374071 w 1249974"/>
              <a:gd name="csY7" fmla="*/ 1694490 h 1694492"/>
              <a:gd name="csX0" fmla="*/ 384463 w 1249974"/>
              <a:gd name="csY0" fmla="*/ 1663316 h 1788009"/>
              <a:gd name="csX1" fmla="*/ 384463 w 1249974"/>
              <a:gd name="csY1" fmla="*/ 1143770 h 1788009"/>
              <a:gd name="csX2" fmla="*/ 0 w 1249974"/>
              <a:gd name="csY2" fmla="*/ 832043 h 1788009"/>
              <a:gd name="csX3" fmla="*/ 353291 w 1249974"/>
              <a:gd name="csY3" fmla="*/ 468361 h 1788009"/>
              <a:gd name="csX4" fmla="*/ 342900 w 1249974"/>
              <a:gd name="csY4" fmla="*/ 11161 h 1788009"/>
              <a:gd name="csX5" fmla="*/ 1184563 w 1249974"/>
              <a:gd name="csY5" fmla="*/ 770 h 1788009"/>
              <a:gd name="csX6" fmla="*/ 1194954 w 1249974"/>
              <a:gd name="csY6" fmla="*/ 770 h 1788009"/>
              <a:gd name="csX7" fmla="*/ 1142998 w 1249974"/>
              <a:gd name="csY7" fmla="*/ 1788008 h 1788009"/>
              <a:gd name="csX0" fmla="*/ 384463 w 1249974"/>
              <a:gd name="csY0" fmla="*/ 1663316 h 1663316"/>
              <a:gd name="csX1" fmla="*/ 384463 w 1249974"/>
              <a:gd name="csY1" fmla="*/ 1143770 h 1663316"/>
              <a:gd name="csX2" fmla="*/ 0 w 1249974"/>
              <a:gd name="csY2" fmla="*/ 832043 h 1663316"/>
              <a:gd name="csX3" fmla="*/ 353291 w 1249974"/>
              <a:gd name="csY3" fmla="*/ 468361 h 1663316"/>
              <a:gd name="csX4" fmla="*/ 342900 w 1249974"/>
              <a:gd name="csY4" fmla="*/ 11161 h 1663316"/>
              <a:gd name="csX5" fmla="*/ 1184563 w 1249974"/>
              <a:gd name="csY5" fmla="*/ 770 h 1663316"/>
              <a:gd name="csX6" fmla="*/ 1194954 w 1249974"/>
              <a:gd name="csY6" fmla="*/ 770 h 1663316"/>
              <a:gd name="csX0" fmla="*/ 384463 w 1249974"/>
              <a:gd name="csY0" fmla="*/ 1663316 h 1663316"/>
              <a:gd name="csX1" fmla="*/ 384463 w 1249974"/>
              <a:gd name="csY1" fmla="*/ 1143770 h 1663316"/>
              <a:gd name="csX2" fmla="*/ 0 w 1249974"/>
              <a:gd name="csY2" fmla="*/ 832043 h 1663316"/>
              <a:gd name="csX3" fmla="*/ 353291 w 1249974"/>
              <a:gd name="csY3" fmla="*/ 468361 h 1663316"/>
              <a:gd name="csX4" fmla="*/ 342900 w 1249974"/>
              <a:gd name="csY4" fmla="*/ 11161 h 1663316"/>
              <a:gd name="csX5" fmla="*/ 1184563 w 1249974"/>
              <a:gd name="csY5" fmla="*/ 770 h 1663316"/>
              <a:gd name="csX6" fmla="*/ 1194954 w 1249974"/>
              <a:gd name="csY6" fmla="*/ 770 h 1663316"/>
              <a:gd name="csX7" fmla="*/ 384463 w 1249974"/>
              <a:gd name="csY7" fmla="*/ 1663316 h 1663316"/>
              <a:gd name="csX0" fmla="*/ 384463 w 1271392"/>
              <a:gd name="csY0" fmla="*/ 1662660 h 1662660"/>
              <a:gd name="csX1" fmla="*/ 384463 w 1271392"/>
              <a:gd name="csY1" fmla="*/ 1143114 h 1662660"/>
              <a:gd name="csX2" fmla="*/ 0 w 1271392"/>
              <a:gd name="csY2" fmla="*/ 831387 h 1662660"/>
              <a:gd name="csX3" fmla="*/ 353291 w 1271392"/>
              <a:gd name="csY3" fmla="*/ 467705 h 1662660"/>
              <a:gd name="csX4" fmla="*/ 342900 w 1271392"/>
              <a:gd name="csY4" fmla="*/ 10505 h 1662660"/>
              <a:gd name="csX5" fmla="*/ 1184563 w 1271392"/>
              <a:gd name="csY5" fmla="*/ 114 h 1662660"/>
              <a:gd name="csX6" fmla="*/ 1253280 w 1271392"/>
              <a:gd name="csY6" fmla="*/ 17080 h 1662660"/>
              <a:gd name="csX7" fmla="*/ 384463 w 1271392"/>
              <a:gd name="csY7" fmla="*/ 1662660 h 1662660"/>
              <a:gd name="csX0" fmla="*/ 384463 w 1184616"/>
              <a:gd name="csY0" fmla="*/ 1662546 h 1662546"/>
              <a:gd name="csX1" fmla="*/ 384463 w 1184616"/>
              <a:gd name="csY1" fmla="*/ 1143000 h 1662546"/>
              <a:gd name="csX2" fmla="*/ 0 w 1184616"/>
              <a:gd name="csY2" fmla="*/ 831273 h 1662546"/>
              <a:gd name="csX3" fmla="*/ 353291 w 1184616"/>
              <a:gd name="csY3" fmla="*/ 467591 h 1662546"/>
              <a:gd name="csX4" fmla="*/ 342900 w 1184616"/>
              <a:gd name="csY4" fmla="*/ 10391 h 1662546"/>
              <a:gd name="csX5" fmla="*/ 1184563 w 1184616"/>
              <a:gd name="csY5" fmla="*/ 0 h 1662546"/>
              <a:gd name="csX6" fmla="*/ 384463 w 1184616"/>
              <a:gd name="csY6" fmla="*/ 1662546 h 1662546"/>
              <a:gd name="csX0" fmla="*/ 384463 w 1184563"/>
              <a:gd name="csY0" fmla="*/ 1662546 h 1662546"/>
              <a:gd name="csX1" fmla="*/ 384463 w 1184563"/>
              <a:gd name="csY1" fmla="*/ 1143000 h 1662546"/>
              <a:gd name="csX2" fmla="*/ 0 w 1184563"/>
              <a:gd name="csY2" fmla="*/ 831273 h 1662546"/>
              <a:gd name="csX3" fmla="*/ 353291 w 1184563"/>
              <a:gd name="csY3" fmla="*/ 467591 h 1662546"/>
              <a:gd name="csX4" fmla="*/ 342900 w 1184563"/>
              <a:gd name="csY4" fmla="*/ 10391 h 1662546"/>
              <a:gd name="csX5" fmla="*/ 1184563 w 1184563"/>
              <a:gd name="csY5" fmla="*/ 0 h 1662546"/>
              <a:gd name="csX6" fmla="*/ 384463 w 1184563"/>
              <a:gd name="csY6" fmla="*/ 1662546 h 1662546"/>
              <a:gd name="csX0" fmla="*/ 384463 w 1184563"/>
              <a:gd name="csY0" fmla="*/ 1662546 h 1662546"/>
              <a:gd name="csX1" fmla="*/ 384463 w 1184563"/>
              <a:gd name="csY1" fmla="*/ 1143000 h 1662546"/>
              <a:gd name="csX2" fmla="*/ 0 w 1184563"/>
              <a:gd name="csY2" fmla="*/ 831273 h 1662546"/>
              <a:gd name="csX3" fmla="*/ 353291 w 1184563"/>
              <a:gd name="csY3" fmla="*/ 467591 h 1662546"/>
              <a:gd name="csX4" fmla="*/ 342900 w 1184563"/>
              <a:gd name="csY4" fmla="*/ 10391 h 1662546"/>
              <a:gd name="csX5" fmla="*/ 1184563 w 1184563"/>
              <a:gd name="csY5" fmla="*/ 0 h 1662546"/>
              <a:gd name="csX6" fmla="*/ 384463 w 1184563"/>
              <a:gd name="csY6" fmla="*/ 1662546 h 1662546"/>
              <a:gd name="csX0" fmla="*/ 384463 w 1184563"/>
              <a:gd name="csY0" fmla="*/ 1662546 h 1662546"/>
              <a:gd name="csX1" fmla="*/ 384463 w 1184563"/>
              <a:gd name="csY1" fmla="*/ 1143000 h 1662546"/>
              <a:gd name="csX2" fmla="*/ 0 w 1184563"/>
              <a:gd name="csY2" fmla="*/ 831273 h 1662546"/>
              <a:gd name="csX3" fmla="*/ 353291 w 1184563"/>
              <a:gd name="csY3" fmla="*/ 467591 h 1662546"/>
              <a:gd name="csX4" fmla="*/ 342900 w 1184563"/>
              <a:gd name="csY4" fmla="*/ 10391 h 1662546"/>
              <a:gd name="csX5" fmla="*/ 1184563 w 1184563"/>
              <a:gd name="csY5" fmla="*/ 0 h 1662546"/>
              <a:gd name="csX6" fmla="*/ 384463 w 1184563"/>
              <a:gd name="csY6" fmla="*/ 1662546 h 1662546"/>
              <a:gd name="csX0" fmla="*/ 384463 w 1184616"/>
              <a:gd name="csY0" fmla="*/ 1800816 h 1800816"/>
              <a:gd name="csX1" fmla="*/ 384463 w 1184616"/>
              <a:gd name="csY1" fmla="*/ 1281270 h 1800816"/>
              <a:gd name="csX2" fmla="*/ 0 w 1184616"/>
              <a:gd name="csY2" fmla="*/ 969543 h 1800816"/>
              <a:gd name="csX3" fmla="*/ 353291 w 1184616"/>
              <a:gd name="csY3" fmla="*/ 605861 h 1800816"/>
              <a:gd name="csX4" fmla="*/ 342900 w 1184616"/>
              <a:gd name="csY4" fmla="*/ 148661 h 1800816"/>
              <a:gd name="csX5" fmla="*/ 1184563 w 1184616"/>
              <a:gd name="csY5" fmla="*/ 138270 h 1800816"/>
              <a:gd name="csX6" fmla="*/ 384463 w 1184616"/>
              <a:gd name="csY6" fmla="*/ 1800816 h 1800816"/>
              <a:gd name="csX0" fmla="*/ 384463 w 1184616"/>
              <a:gd name="csY0" fmla="*/ 1688417 h 1688417"/>
              <a:gd name="csX1" fmla="*/ 384463 w 1184616"/>
              <a:gd name="csY1" fmla="*/ 1168871 h 1688417"/>
              <a:gd name="csX2" fmla="*/ 0 w 1184616"/>
              <a:gd name="csY2" fmla="*/ 857144 h 1688417"/>
              <a:gd name="csX3" fmla="*/ 353291 w 1184616"/>
              <a:gd name="csY3" fmla="*/ 493462 h 1688417"/>
              <a:gd name="csX4" fmla="*/ 342900 w 1184616"/>
              <a:gd name="csY4" fmla="*/ 36262 h 1688417"/>
              <a:gd name="csX5" fmla="*/ 1184563 w 1184616"/>
              <a:gd name="csY5" fmla="*/ 25871 h 1688417"/>
              <a:gd name="csX6" fmla="*/ 384463 w 1184616"/>
              <a:gd name="csY6" fmla="*/ 1688417 h 1688417"/>
              <a:gd name="csX0" fmla="*/ 384463 w 1184616"/>
              <a:gd name="csY0" fmla="*/ 1662546 h 1662546"/>
              <a:gd name="csX1" fmla="*/ 384463 w 1184616"/>
              <a:gd name="csY1" fmla="*/ 1143000 h 1662546"/>
              <a:gd name="csX2" fmla="*/ 0 w 1184616"/>
              <a:gd name="csY2" fmla="*/ 831273 h 1662546"/>
              <a:gd name="csX3" fmla="*/ 353291 w 1184616"/>
              <a:gd name="csY3" fmla="*/ 467591 h 1662546"/>
              <a:gd name="csX4" fmla="*/ 342900 w 1184616"/>
              <a:gd name="csY4" fmla="*/ 10391 h 1662546"/>
              <a:gd name="csX5" fmla="*/ 1184563 w 1184616"/>
              <a:gd name="csY5" fmla="*/ 0 h 1662546"/>
              <a:gd name="csX6" fmla="*/ 384463 w 1184616"/>
              <a:gd name="csY6" fmla="*/ 1662546 h 1662546"/>
              <a:gd name="csX0" fmla="*/ 384463 w 1184563"/>
              <a:gd name="csY0" fmla="*/ 1662546 h 1662546"/>
              <a:gd name="csX1" fmla="*/ 384463 w 1184563"/>
              <a:gd name="csY1" fmla="*/ 1143000 h 1662546"/>
              <a:gd name="csX2" fmla="*/ 0 w 1184563"/>
              <a:gd name="csY2" fmla="*/ 831273 h 1662546"/>
              <a:gd name="csX3" fmla="*/ 353291 w 1184563"/>
              <a:gd name="csY3" fmla="*/ 467591 h 1662546"/>
              <a:gd name="csX4" fmla="*/ 342900 w 1184563"/>
              <a:gd name="csY4" fmla="*/ 10391 h 1662546"/>
              <a:gd name="csX5" fmla="*/ 1184563 w 1184563"/>
              <a:gd name="csY5" fmla="*/ 0 h 1662546"/>
              <a:gd name="csX6" fmla="*/ 384463 w 1184563"/>
              <a:gd name="csY6" fmla="*/ 1662546 h 1662546"/>
              <a:gd name="csX0" fmla="*/ 384463 w 1184563"/>
              <a:gd name="csY0" fmla="*/ 1662546 h 1662546"/>
              <a:gd name="csX1" fmla="*/ 384463 w 1184563"/>
              <a:gd name="csY1" fmla="*/ 1143000 h 1662546"/>
              <a:gd name="csX2" fmla="*/ 0 w 1184563"/>
              <a:gd name="csY2" fmla="*/ 831273 h 1662546"/>
              <a:gd name="csX3" fmla="*/ 353291 w 1184563"/>
              <a:gd name="csY3" fmla="*/ 467591 h 1662546"/>
              <a:gd name="csX4" fmla="*/ 342900 w 1184563"/>
              <a:gd name="csY4" fmla="*/ 10391 h 1662546"/>
              <a:gd name="csX5" fmla="*/ 1184563 w 1184563"/>
              <a:gd name="csY5" fmla="*/ 0 h 1662546"/>
              <a:gd name="csX6" fmla="*/ 384463 w 1184563"/>
              <a:gd name="csY6" fmla="*/ 1662546 h 16625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84563" h="1662546">
                <a:moveTo>
                  <a:pt x="384463" y="1662546"/>
                </a:moveTo>
                <a:lnTo>
                  <a:pt x="384463" y="1143000"/>
                </a:lnTo>
                <a:lnTo>
                  <a:pt x="0" y="831273"/>
                </a:lnTo>
                <a:lnTo>
                  <a:pt x="353291" y="467591"/>
                </a:lnTo>
                <a:lnTo>
                  <a:pt x="342900" y="10391"/>
                </a:lnTo>
                <a:cubicBezTo>
                  <a:pt x="586194" y="2189"/>
                  <a:pt x="763731" y="5195"/>
                  <a:pt x="1184563" y="0"/>
                </a:cubicBezTo>
                <a:cubicBezTo>
                  <a:pt x="1066596" y="267156"/>
                  <a:pt x="493640" y="1447435"/>
                  <a:pt x="384463" y="166254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195183-213F-FE27-71FF-072B22923879}"/>
              </a:ext>
            </a:extLst>
          </p:cNvPr>
          <p:cNvSpPr txBox="1"/>
          <p:nvPr/>
        </p:nvSpPr>
        <p:spPr>
          <a:xfrm>
            <a:off x="2389909" y="2484100"/>
            <a:ext cx="45720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삼각형으로 쪼개서 계산</a:t>
            </a:r>
            <a:endParaRPr lang="en-US" altLang="ko-KR"/>
          </a:p>
          <a:p>
            <a:endParaRPr lang="en-US"/>
          </a:p>
          <a:p>
            <a:r>
              <a:rPr lang="ko-KR" altLang="en-US"/>
              <a:t>반시계 방향으로 가다가 다시 시계 방향으로</a:t>
            </a:r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81648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이승진</dc:creator>
  <cp:lastModifiedBy>이승진</cp:lastModifiedBy>
  <cp:revision>1</cp:revision>
  <dcterms:created xsi:type="dcterms:W3CDTF">2025-11-25T01:21:09Z</dcterms:created>
  <dcterms:modified xsi:type="dcterms:W3CDTF">2025-11-25T01:30:05Z</dcterms:modified>
</cp:coreProperties>
</file>