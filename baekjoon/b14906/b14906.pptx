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6359AF-7B8F-4C92-A384-7B65AAFCEEB6}" v="4" dt="2025-06-20T22:55:42.0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54" autoAdjust="0"/>
    <p:restoredTop sz="94719"/>
  </p:normalViewPr>
  <p:slideViewPr>
    <p:cSldViewPr snapToGrid="0">
      <p:cViewPr>
        <p:scale>
          <a:sx n="200" d="100"/>
          <a:sy n="200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승진" userId="57c4eee3-e530-4bc5-994b-50cae7b3df22" providerId="ADAL" clId="{EB6359AF-7B8F-4C92-A384-7B65AAFCEEB6}"/>
    <pc:docChg chg="custSel modSld">
      <pc:chgData name="이승진" userId="57c4eee3-e530-4bc5-994b-50cae7b3df22" providerId="ADAL" clId="{EB6359AF-7B8F-4C92-A384-7B65AAFCEEB6}" dt="2025-06-24T19:07:09.280" v="44" actId="3064"/>
      <pc:docMkLst>
        <pc:docMk/>
      </pc:docMkLst>
      <pc:sldChg chg="addSp delSp modSp mod">
        <pc:chgData name="이승진" userId="57c4eee3-e530-4bc5-994b-50cae7b3df22" providerId="ADAL" clId="{EB6359AF-7B8F-4C92-A384-7B65AAFCEEB6}" dt="2025-06-24T19:07:09.280" v="44" actId="3064"/>
        <pc:sldMkLst>
          <pc:docMk/>
          <pc:sldMk cId="1679652878" sldId="256"/>
        </pc:sldMkLst>
        <pc:spChg chg="mod">
          <ac:chgData name="이승진" userId="57c4eee3-e530-4bc5-994b-50cae7b3df22" providerId="ADAL" clId="{EB6359AF-7B8F-4C92-A384-7B65AAFCEEB6}" dt="2025-06-24T19:07:09.280" v="44" actId="3064"/>
          <ac:spMkLst>
            <pc:docMk/>
            <pc:sldMk cId="1679652878" sldId="256"/>
            <ac:spMk id="2" creationId="{27A7A920-A48B-3061-456B-216B9E42F18C}"/>
          </ac:spMkLst>
        </pc:spChg>
        <pc:spChg chg="add mod">
          <ac:chgData name="이승진" userId="57c4eee3-e530-4bc5-994b-50cae7b3df22" providerId="ADAL" clId="{EB6359AF-7B8F-4C92-A384-7B65AAFCEEB6}" dt="2025-06-19T04:57:14.600" v="33" actId="1076"/>
          <ac:spMkLst>
            <pc:docMk/>
            <pc:sldMk cId="1679652878" sldId="256"/>
            <ac:spMk id="4" creationId="{8749F2F9-D534-037D-DF62-887A3C4E80BE}"/>
          </ac:spMkLst>
        </pc:spChg>
        <pc:spChg chg="mod">
          <ac:chgData name="이승진" userId="57c4eee3-e530-4bc5-994b-50cae7b3df22" providerId="ADAL" clId="{EB6359AF-7B8F-4C92-A384-7B65AAFCEEB6}" dt="2025-06-19T04:55:58.793" v="18" actId="1076"/>
          <ac:spMkLst>
            <pc:docMk/>
            <pc:sldMk cId="1679652878" sldId="256"/>
            <ac:spMk id="93" creationId="{C1CAA84D-1BE2-B2EF-6FC5-15AC03BE0DC6}"/>
          </ac:spMkLst>
        </pc:spChg>
        <pc:spChg chg="mod">
          <ac:chgData name="이승진" userId="57c4eee3-e530-4bc5-994b-50cae7b3df22" providerId="ADAL" clId="{EB6359AF-7B8F-4C92-A384-7B65AAFCEEB6}" dt="2025-06-19T04:55:58.793" v="18" actId="1076"/>
          <ac:spMkLst>
            <pc:docMk/>
            <pc:sldMk cId="1679652878" sldId="256"/>
            <ac:spMk id="95" creationId="{C94DA40D-5513-D1BC-FBA8-582A947DA832}"/>
          </ac:spMkLst>
        </pc:spChg>
        <pc:spChg chg="mod">
          <ac:chgData name="이승진" userId="57c4eee3-e530-4bc5-994b-50cae7b3df22" providerId="ADAL" clId="{EB6359AF-7B8F-4C92-A384-7B65AAFCEEB6}" dt="2025-06-19T04:55:58.793" v="18" actId="1076"/>
          <ac:spMkLst>
            <pc:docMk/>
            <pc:sldMk cId="1679652878" sldId="256"/>
            <ac:spMk id="99" creationId="{51F971D1-27DA-0B1F-6062-F4977C40D3EB}"/>
          </ac:spMkLst>
        </pc:spChg>
        <pc:spChg chg="mod">
          <ac:chgData name="이승진" userId="57c4eee3-e530-4bc5-994b-50cae7b3df22" providerId="ADAL" clId="{EB6359AF-7B8F-4C92-A384-7B65AAFCEEB6}" dt="2025-06-19T04:55:58.793" v="18" actId="1076"/>
          <ac:spMkLst>
            <pc:docMk/>
            <pc:sldMk cId="1679652878" sldId="256"/>
            <ac:spMk id="101" creationId="{203284D8-C50D-0CC4-0279-117B8BD7D248}"/>
          </ac:spMkLst>
        </pc:spChg>
        <pc:graphicFrameChg chg="add mod">
          <ac:chgData name="이승진" userId="57c4eee3-e530-4bc5-994b-50cae7b3df22" providerId="ADAL" clId="{EB6359AF-7B8F-4C92-A384-7B65AAFCEEB6}" dt="2025-06-20T22:55:42.037" v="43"/>
          <ac:graphicFrameMkLst>
            <pc:docMk/>
            <pc:sldMk cId="1679652878" sldId="256"/>
            <ac:graphicFrameMk id="3" creationId="{6A07B54A-3B2E-603E-9558-4AE471D7EDC3}"/>
          </ac:graphicFrameMkLst>
        </pc:graphicFrameChg>
        <pc:cxnChg chg="add mod">
          <ac:chgData name="이승진" userId="57c4eee3-e530-4bc5-994b-50cae7b3df22" providerId="ADAL" clId="{EB6359AF-7B8F-4C92-A384-7B65AAFCEEB6}" dt="2025-06-19T04:58:19.815" v="42" actId="14100"/>
          <ac:cxnSpMkLst>
            <pc:docMk/>
            <pc:sldMk cId="1679652878" sldId="256"/>
            <ac:cxnSpMk id="6" creationId="{644DE855-DD67-A102-886B-E206D479E5E5}"/>
          </ac:cxnSpMkLst>
        </pc:cxnChg>
        <pc:cxnChg chg="mod">
          <ac:chgData name="이승진" userId="57c4eee3-e530-4bc5-994b-50cae7b3df22" providerId="ADAL" clId="{EB6359AF-7B8F-4C92-A384-7B65AAFCEEB6}" dt="2025-06-19T04:55:58.793" v="18" actId="1076"/>
          <ac:cxnSpMkLst>
            <pc:docMk/>
            <pc:sldMk cId="1679652878" sldId="256"/>
            <ac:cxnSpMk id="94" creationId="{C7760A2B-37A5-DECD-302E-769C19F7A9D1}"/>
          </ac:cxnSpMkLst>
        </pc:cxnChg>
        <pc:cxnChg chg="mod">
          <ac:chgData name="이승진" userId="57c4eee3-e530-4bc5-994b-50cae7b3df22" providerId="ADAL" clId="{EB6359AF-7B8F-4C92-A384-7B65AAFCEEB6}" dt="2025-06-19T04:55:58.793" v="18" actId="1076"/>
          <ac:cxnSpMkLst>
            <pc:docMk/>
            <pc:sldMk cId="1679652878" sldId="256"/>
            <ac:cxnSpMk id="97" creationId="{27056801-FC39-66F2-EEC3-8F5B2480F870}"/>
          </ac:cxnSpMkLst>
        </pc:cxnChg>
        <pc:cxnChg chg="mod">
          <ac:chgData name="이승진" userId="57c4eee3-e530-4bc5-994b-50cae7b3df22" providerId="ADAL" clId="{EB6359AF-7B8F-4C92-A384-7B65AAFCEEB6}" dt="2025-06-19T04:55:58.793" v="18" actId="1076"/>
          <ac:cxnSpMkLst>
            <pc:docMk/>
            <pc:sldMk cId="1679652878" sldId="256"/>
            <ac:cxnSpMk id="102" creationId="{20C1D5B4-26D3-6D2F-9346-C16CFFA62F6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A1456-DE0C-E130-4CAF-BB09946F1A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678825-AD8A-2EBD-0BCB-FA074B4F7B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D0C98-262F-18BE-EFA1-FEBA32988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0071-D323-4306-B194-69F113F61C9F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6FA9A-DBEB-2519-FF0C-625E21901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4BCC6-1BEF-9513-F87D-6A8C37C2E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877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58D09-D325-F7BF-D51E-4EE6868EB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9B856-2EFF-62C3-298E-F46CCB05A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32C48-084A-6304-F74E-C7F5E53C0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0071-D323-4306-B194-69F113F61C9F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875CF-C43D-89FA-7341-B4081E4D5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95B43-4360-BBEB-7E3A-1A057F4D5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35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9A9D6-1E2F-7643-BB2B-3598C9BF1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68913-3A8F-DA8B-678E-F242527FC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0656A-97B6-45A7-9D2C-4C4002597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0071-D323-4306-B194-69F113F61C9F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7A41E-8E09-1C64-2203-7CB7C7857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A1210-EA12-16E6-6258-0F202F360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5462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86ED-2993-69F7-7E8A-329B69934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7D708-4315-1882-5567-42FCC08428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BDCE94-FEAB-CAD6-BECF-F419B9C80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98511E-BF83-15BF-65EA-DDF6BDC06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0071-D323-4306-B194-69F113F61C9F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7E402-DC1C-3035-42C4-1C491770A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9993C-49D8-E52E-B48F-8B1EAC774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6145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A326A-47D7-D92F-EE06-AC46DE75E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B81BA-AC1E-3660-1D48-24210D485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3C29DB-8D77-C794-4186-1971B9C395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E1CCD6-9CB6-BD13-F549-522ABD019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A8F0B9-0AF6-BD9C-4E33-DB45365E40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28B6A3-A83F-FAF5-7103-38579FF48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0071-D323-4306-B194-69F113F61C9F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D506BD-CC7C-DF86-17F0-1B0D7CB49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FE9B99-09AC-F240-5788-C577693B9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0871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36B63-134E-3263-3350-DAF889871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457853-8768-0A43-2903-45D61D8D0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0071-D323-4306-B194-69F113F61C9F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A992D3-ACCF-DD4F-D242-D11366313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19D5BD-D987-1381-BB53-BA22A172B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129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998106-1BA7-B0E1-38B9-442ACAAB2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0071-D323-4306-B194-69F113F61C9F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5D0E6A-2748-8694-AEA3-1E869B64C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C1C71-870E-264A-2B8C-FD8A5D43F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9856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F48C1-4AC8-0AE8-BC37-E37F03015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2A5EA-5C6C-A370-7112-25AA82EEA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235B4D-7ED3-66BA-2D7A-ECDF7B49DA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7AAD75-73C9-AD31-DFC4-4D9F286EB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0071-D323-4306-B194-69F113F61C9F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A3C187-7C26-F246-DAB7-4B2D77082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A0BD6-B699-B0D2-852C-CD1E32778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780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7D7A2-4E38-FF82-7F0A-AA6016E0B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DB5515-BEDB-AFAE-4889-9A9576F05E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FBDE90-0D38-31D9-E64D-F1B8A54EBF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CB752F-7C32-B03F-46D9-88DD3E363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0071-D323-4306-B194-69F113F61C9F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496C9C-3F17-ED86-454B-5BAF7CD95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AD36D0-1E38-5CF4-3A6B-96FC77521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989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F316D-93D6-51A2-E64F-DE4142E47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588C5E-F108-23CB-856C-43643FCE88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F6BDE-E528-0256-6B15-2FCD2420F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0071-D323-4306-B194-69F113F61C9F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FDDBF-C3AB-3403-0F5B-D78B52C92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78768-DCED-4DE2-4FCA-15EE6CCBC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160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2BF2A9-A931-924D-A2A2-CFC737BEB0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8CB469-F1C1-9230-357D-0F64C03C4A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D1C72-380B-FB7D-E5F0-73AC33AE4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A0071-D323-4306-B194-69F113F61C9F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2AA75-6656-7177-12E6-CD348DBEC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85730-E433-B65F-BCE7-218B24D8A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288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32354-E469-AD2D-F8E6-0BDEC8A54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7E986-BC5B-40C1-0B86-F98D541ED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6B242-CE93-29BD-994B-F290278ED1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6A0071-D323-4306-B194-69F113F61C9F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44C48-AE27-5C08-25F8-A798E24AAF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E6DEE-ABAA-5643-EA0C-45F82FBB4B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B015C9-E75D-49D9-AD91-82E49446D1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9228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Oval 94">
            <a:extLst>
              <a:ext uri="{FF2B5EF4-FFF2-40B4-BE49-F238E27FC236}">
                <a16:creationId xmlns:a16="http://schemas.microsoft.com/office/drawing/2014/main" id="{C94DA40D-5513-D1BC-FBA8-582A947DA832}"/>
              </a:ext>
            </a:extLst>
          </p:cNvPr>
          <p:cNvSpPr/>
          <p:nvPr/>
        </p:nvSpPr>
        <p:spPr>
          <a:xfrm>
            <a:off x="829378" y="833972"/>
            <a:ext cx="255739" cy="253441"/>
          </a:xfrm>
          <a:prstGeom prst="ellipse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/>
              <a:t>1</a:t>
            </a:r>
            <a:endParaRPr lang="en-KR" sz="1000" dirty="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51F971D1-27DA-0B1F-6062-F4977C40D3EB}"/>
              </a:ext>
            </a:extLst>
          </p:cNvPr>
          <p:cNvSpPr/>
          <p:nvPr/>
        </p:nvSpPr>
        <p:spPr>
          <a:xfrm>
            <a:off x="829378" y="277215"/>
            <a:ext cx="255739" cy="253441"/>
          </a:xfrm>
          <a:prstGeom prst="ellipse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/>
              <a:t>0</a:t>
            </a:r>
            <a:endParaRPr lang="en-KR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49F2F9-D534-037D-DF62-887A3C4E80BE}"/>
              </a:ext>
            </a:extLst>
          </p:cNvPr>
          <p:cNvSpPr txBox="1"/>
          <p:nvPr/>
        </p:nvSpPr>
        <p:spPr>
          <a:xfrm>
            <a:off x="1014585" y="605370"/>
            <a:ext cx="18594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/>
              <a:t>D,E</a:t>
            </a:r>
            <a:endParaRPr lang="en-KR" sz="1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4DE855-DD67-A102-886B-E206D479E5E5}"/>
              </a:ext>
            </a:extLst>
          </p:cNvPr>
          <p:cNvCxnSpPr>
            <a:cxnSpLocks/>
            <a:stCxn id="99" idx="4"/>
            <a:endCxn id="95" idx="0"/>
          </p:cNvCxnSpPr>
          <p:nvPr/>
        </p:nvCxnSpPr>
        <p:spPr>
          <a:xfrm>
            <a:off x="957248" y="530656"/>
            <a:ext cx="0" cy="303316"/>
          </a:xfrm>
          <a:prstGeom prst="line">
            <a:avLst/>
          </a:prstGeom>
          <a:ln w="6350">
            <a:solidFill>
              <a:srgbClr val="FF0000"/>
            </a:solidFill>
            <a:headEnd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8AD6B288-7079-C973-7721-55A0A0CEBCAF}"/>
              </a:ext>
            </a:extLst>
          </p:cNvPr>
          <p:cNvSpPr/>
          <p:nvPr/>
        </p:nvSpPr>
        <p:spPr>
          <a:xfrm>
            <a:off x="829378" y="1463083"/>
            <a:ext cx="255739" cy="253441"/>
          </a:xfrm>
          <a:prstGeom prst="ellipse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2</a:t>
            </a:r>
            <a:endParaRPr lang="en-KR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C4E392-52A4-04E1-D640-C5E82B9D026F}"/>
              </a:ext>
            </a:extLst>
          </p:cNvPr>
          <p:cNvSpPr txBox="1"/>
          <p:nvPr/>
        </p:nvSpPr>
        <p:spPr>
          <a:xfrm>
            <a:off x="879980" y="1179154"/>
            <a:ext cx="6412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/>
              <a:t>F</a:t>
            </a:r>
            <a:endParaRPr lang="en-KR" sz="10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72CA746-752A-4D2E-4D50-43187A29FCF3}"/>
              </a:ext>
            </a:extLst>
          </p:cNvPr>
          <p:cNvCxnSpPr>
            <a:cxnSpLocks/>
            <a:stCxn id="95" idx="4"/>
            <a:endCxn id="19" idx="0"/>
          </p:cNvCxnSpPr>
          <p:nvPr/>
        </p:nvCxnSpPr>
        <p:spPr>
          <a:xfrm>
            <a:off x="957248" y="1087413"/>
            <a:ext cx="0" cy="375670"/>
          </a:xfrm>
          <a:prstGeom prst="line">
            <a:avLst/>
          </a:prstGeom>
          <a:ln w="6350">
            <a:solidFill>
              <a:srgbClr val="FF0000"/>
            </a:solidFill>
            <a:headEnd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B4C15AF-31C1-9F5E-A348-E7FD00FC3652}"/>
              </a:ext>
            </a:extLst>
          </p:cNvPr>
          <p:cNvCxnSpPr>
            <a:cxnSpLocks/>
            <a:stCxn id="19" idx="3"/>
            <a:endCxn id="19" idx="1"/>
          </p:cNvCxnSpPr>
          <p:nvPr/>
        </p:nvCxnSpPr>
        <p:spPr>
          <a:xfrm rot="5400000" flipH="1">
            <a:off x="777225" y="1589804"/>
            <a:ext cx="179209" cy="12700"/>
          </a:xfrm>
          <a:prstGeom prst="curvedConnector5">
            <a:avLst>
              <a:gd name="adj1" fmla="val -55648"/>
              <a:gd name="adj2" fmla="val 1884488"/>
              <a:gd name="adj3" fmla="val 103972"/>
            </a:avLst>
          </a:prstGeom>
          <a:ln w="6350">
            <a:solidFill>
              <a:srgbClr val="FF0000"/>
            </a:solidFill>
            <a:headEnd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EC01C99B-7C50-DD86-40FD-C4025450797D}"/>
              </a:ext>
            </a:extLst>
          </p:cNvPr>
          <p:cNvSpPr/>
          <p:nvPr/>
        </p:nvSpPr>
        <p:spPr>
          <a:xfrm>
            <a:off x="1524703" y="1463082"/>
            <a:ext cx="255739" cy="2534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/>
              <a:t>3</a:t>
            </a:r>
            <a:endParaRPr lang="en-KR" sz="10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7FE852C-B968-2912-5CE0-893251ECFECA}"/>
              </a:ext>
            </a:extLst>
          </p:cNvPr>
          <p:cNvCxnSpPr>
            <a:cxnSpLocks/>
            <a:stCxn id="19" idx="6"/>
            <a:endCxn id="38" idx="2"/>
          </p:cNvCxnSpPr>
          <p:nvPr/>
        </p:nvCxnSpPr>
        <p:spPr>
          <a:xfrm flipV="1">
            <a:off x="1085117" y="1589803"/>
            <a:ext cx="439586" cy="1"/>
          </a:xfrm>
          <a:prstGeom prst="line">
            <a:avLst/>
          </a:prstGeom>
          <a:ln w="6350">
            <a:solidFill>
              <a:srgbClr val="FF0000"/>
            </a:solidFill>
            <a:headEnd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30756DB-E2A5-3065-3060-CD292E3ED2CA}"/>
              </a:ext>
            </a:extLst>
          </p:cNvPr>
          <p:cNvSpPr txBox="1"/>
          <p:nvPr/>
        </p:nvSpPr>
        <p:spPr>
          <a:xfrm>
            <a:off x="1248646" y="1425239"/>
            <a:ext cx="8976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/>
              <a:t>G</a:t>
            </a:r>
            <a:endParaRPr lang="en-KR" sz="1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1C59B1-0023-9C1D-DA69-D25341D5E707}"/>
              </a:ext>
            </a:extLst>
          </p:cNvPr>
          <p:cNvSpPr txBox="1"/>
          <p:nvPr/>
        </p:nvSpPr>
        <p:spPr>
          <a:xfrm>
            <a:off x="682483" y="1786366"/>
            <a:ext cx="6412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/>
              <a:t>F</a:t>
            </a:r>
            <a:endParaRPr lang="en-KR" sz="1000" dirty="0"/>
          </a:p>
        </p:txBody>
      </p:sp>
      <p:cxnSp>
        <p:nvCxnSpPr>
          <p:cNvPr id="44" name="Straight Connector 23">
            <a:extLst>
              <a:ext uri="{FF2B5EF4-FFF2-40B4-BE49-F238E27FC236}">
                <a16:creationId xmlns:a16="http://schemas.microsoft.com/office/drawing/2014/main" id="{ECAF0BD0-CFEA-E6A5-ABD1-47175F8B6691}"/>
              </a:ext>
            </a:extLst>
          </p:cNvPr>
          <p:cNvCxnSpPr>
            <a:cxnSpLocks/>
            <a:stCxn id="19" idx="7"/>
            <a:endCxn id="95" idx="6"/>
          </p:cNvCxnSpPr>
          <p:nvPr/>
        </p:nvCxnSpPr>
        <p:spPr>
          <a:xfrm rot="5400000" flipH="1" flipV="1">
            <a:off x="796638" y="1211720"/>
            <a:ext cx="539506" cy="37452"/>
          </a:xfrm>
          <a:prstGeom prst="curvedConnector4">
            <a:avLst>
              <a:gd name="adj1" fmla="val 34816"/>
              <a:gd name="adj2" fmla="val 710381"/>
            </a:avLst>
          </a:prstGeom>
          <a:ln w="6350">
            <a:solidFill>
              <a:srgbClr val="FF0000"/>
            </a:solidFill>
            <a:headEnd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F293FADD-25FF-AD1C-D132-A17A1B758245}"/>
              </a:ext>
            </a:extLst>
          </p:cNvPr>
          <p:cNvSpPr txBox="1"/>
          <p:nvPr/>
        </p:nvSpPr>
        <p:spPr>
          <a:xfrm>
            <a:off x="1338414" y="1010469"/>
            <a:ext cx="18594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/>
              <a:t>D,E</a:t>
            </a:r>
            <a:endParaRPr lang="en-KR" sz="100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7A9A0C2-F93B-FFFE-487A-604C0F3AEE54}"/>
              </a:ext>
            </a:extLst>
          </p:cNvPr>
          <p:cNvSpPr/>
          <p:nvPr/>
        </p:nvSpPr>
        <p:spPr>
          <a:xfrm>
            <a:off x="3039178" y="919239"/>
            <a:ext cx="255739" cy="253441"/>
          </a:xfrm>
          <a:prstGeom prst="ellipse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/>
              <a:t>1</a:t>
            </a:r>
            <a:endParaRPr lang="en-KR" sz="100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2D157FD-89F9-B5BC-31A4-50D0915929DA}"/>
              </a:ext>
            </a:extLst>
          </p:cNvPr>
          <p:cNvSpPr/>
          <p:nvPr/>
        </p:nvSpPr>
        <p:spPr>
          <a:xfrm>
            <a:off x="3039178" y="362482"/>
            <a:ext cx="255739" cy="253441"/>
          </a:xfrm>
          <a:prstGeom prst="ellipse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/>
              <a:t>0</a:t>
            </a:r>
            <a:endParaRPr lang="en-KR" sz="10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D6AD41D-3CFA-BE13-04A5-05C16BCABC1F}"/>
              </a:ext>
            </a:extLst>
          </p:cNvPr>
          <p:cNvSpPr txBox="1"/>
          <p:nvPr/>
        </p:nvSpPr>
        <p:spPr>
          <a:xfrm>
            <a:off x="3224385" y="690637"/>
            <a:ext cx="8496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/>
              <a:t>A</a:t>
            </a:r>
            <a:endParaRPr lang="en-KR" sz="1000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96D454D-7D01-5C9D-DFAB-3FA82DB60DBD}"/>
              </a:ext>
            </a:extLst>
          </p:cNvPr>
          <p:cNvCxnSpPr>
            <a:cxnSpLocks/>
            <a:stCxn id="55" idx="4"/>
            <a:endCxn id="54" idx="0"/>
          </p:cNvCxnSpPr>
          <p:nvPr/>
        </p:nvCxnSpPr>
        <p:spPr>
          <a:xfrm>
            <a:off x="3167048" y="615923"/>
            <a:ext cx="0" cy="303316"/>
          </a:xfrm>
          <a:prstGeom prst="line">
            <a:avLst/>
          </a:prstGeom>
          <a:ln w="6350">
            <a:solidFill>
              <a:srgbClr val="FF0000"/>
            </a:solidFill>
            <a:headEnd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132B8D33-D6DB-9ED1-2705-AA917631C0E9}"/>
              </a:ext>
            </a:extLst>
          </p:cNvPr>
          <p:cNvSpPr/>
          <p:nvPr/>
        </p:nvSpPr>
        <p:spPr>
          <a:xfrm>
            <a:off x="3915136" y="910916"/>
            <a:ext cx="255739" cy="2534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/>
              <a:t>5</a:t>
            </a:r>
            <a:endParaRPr lang="en-KR" sz="1000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82EE56C-FD6D-C511-71CD-D3DB6EBD5E19}"/>
              </a:ext>
            </a:extLst>
          </p:cNvPr>
          <p:cNvCxnSpPr>
            <a:cxnSpLocks/>
            <a:stCxn id="54" idx="6"/>
            <a:endCxn id="58" idx="2"/>
          </p:cNvCxnSpPr>
          <p:nvPr/>
        </p:nvCxnSpPr>
        <p:spPr>
          <a:xfrm flipV="1">
            <a:off x="3294917" y="1037637"/>
            <a:ext cx="620219" cy="8323"/>
          </a:xfrm>
          <a:prstGeom prst="line">
            <a:avLst/>
          </a:prstGeom>
          <a:ln w="6350">
            <a:solidFill>
              <a:srgbClr val="FF0000"/>
            </a:solidFill>
            <a:headEnd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DB451D8E-1B56-642F-B01D-A3E14D118E6A}"/>
              </a:ext>
            </a:extLst>
          </p:cNvPr>
          <p:cNvSpPr txBox="1"/>
          <p:nvPr/>
        </p:nvSpPr>
        <p:spPr>
          <a:xfrm>
            <a:off x="3585973" y="870620"/>
            <a:ext cx="9297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/>
              <a:t>H</a:t>
            </a:r>
            <a:endParaRPr lang="en-KR" sz="1000" dirty="0"/>
          </a:p>
        </p:txBody>
      </p:sp>
      <p:cxnSp>
        <p:nvCxnSpPr>
          <p:cNvPr id="62" name="Straight Connector 23">
            <a:extLst>
              <a:ext uri="{FF2B5EF4-FFF2-40B4-BE49-F238E27FC236}">
                <a16:creationId xmlns:a16="http://schemas.microsoft.com/office/drawing/2014/main" id="{59B3647A-A08C-924F-E488-DE2472E3FA03}"/>
              </a:ext>
            </a:extLst>
          </p:cNvPr>
          <p:cNvCxnSpPr>
            <a:cxnSpLocks/>
            <a:stCxn id="54" idx="5"/>
            <a:endCxn id="119" idx="2"/>
          </p:cNvCxnSpPr>
          <p:nvPr/>
        </p:nvCxnSpPr>
        <p:spPr>
          <a:xfrm>
            <a:off x="3257465" y="1135564"/>
            <a:ext cx="187090" cy="289675"/>
          </a:xfrm>
          <a:prstGeom prst="straightConnector1">
            <a:avLst/>
          </a:prstGeom>
          <a:ln w="6350">
            <a:solidFill>
              <a:srgbClr val="FF0000"/>
            </a:solidFill>
            <a:headEnd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E5AE6FE2-2B61-CD90-E20F-942E6ABA0EB4}"/>
              </a:ext>
            </a:extLst>
          </p:cNvPr>
          <p:cNvSpPr txBox="1"/>
          <p:nvPr/>
        </p:nvSpPr>
        <p:spPr>
          <a:xfrm>
            <a:off x="3164491" y="1261515"/>
            <a:ext cx="18594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/>
              <a:t>F( )</a:t>
            </a:r>
            <a:endParaRPr lang="en-KR" sz="1000" dirty="0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092DB0C2-B7F0-6372-69CA-BC082DAAF62B}"/>
              </a:ext>
            </a:extLst>
          </p:cNvPr>
          <p:cNvSpPr/>
          <p:nvPr/>
        </p:nvSpPr>
        <p:spPr>
          <a:xfrm>
            <a:off x="3444555" y="1298518"/>
            <a:ext cx="255739" cy="253441"/>
          </a:xfrm>
          <a:prstGeom prst="ellipse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/>
              <a:t>2</a:t>
            </a:r>
            <a:endParaRPr lang="en-KR" sz="1000" dirty="0"/>
          </a:p>
        </p:txBody>
      </p:sp>
      <p:cxnSp>
        <p:nvCxnSpPr>
          <p:cNvPr id="124" name="Straight Connector 23">
            <a:extLst>
              <a:ext uri="{FF2B5EF4-FFF2-40B4-BE49-F238E27FC236}">
                <a16:creationId xmlns:a16="http://schemas.microsoft.com/office/drawing/2014/main" id="{38980373-E168-6B3C-F166-DAF40708A1D2}"/>
              </a:ext>
            </a:extLst>
          </p:cNvPr>
          <p:cNvCxnSpPr>
            <a:cxnSpLocks/>
            <a:stCxn id="119" idx="6"/>
            <a:endCxn id="58" idx="3"/>
          </p:cNvCxnSpPr>
          <p:nvPr/>
        </p:nvCxnSpPr>
        <p:spPr>
          <a:xfrm flipV="1">
            <a:off x="3700294" y="1127241"/>
            <a:ext cx="252294" cy="297998"/>
          </a:xfrm>
          <a:prstGeom prst="straightConnector1">
            <a:avLst/>
          </a:prstGeom>
          <a:ln w="6350">
            <a:solidFill>
              <a:srgbClr val="FF0000"/>
            </a:solidFill>
            <a:headEnd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E8D71F78-C39C-3ED6-335B-5A48357F869F}"/>
              </a:ext>
            </a:extLst>
          </p:cNvPr>
          <p:cNvSpPr txBox="1"/>
          <p:nvPr/>
        </p:nvSpPr>
        <p:spPr>
          <a:xfrm>
            <a:off x="3859614" y="1259915"/>
            <a:ext cx="8175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/>
              <a:t>C</a:t>
            </a:r>
            <a:endParaRPr lang="en-KR" sz="1000" dirty="0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E55350EB-6CBE-E947-E4EB-E2A1B7893052}"/>
              </a:ext>
            </a:extLst>
          </p:cNvPr>
          <p:cNvSpPr/>
          <p:nvPr/>
        </p:nvSpPr>
        <p:spPr>
          <a:xfrm>
            <a:off x="2783439" y="1609869"/>
            <a:ext cx="255739" cy="253441"/>
          </a:xfrm>
          <a:prstGeom prst="ellipse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/>
              <a:t>3</a:t>
            </a:r>
            <a:endParaRPr lang="en-KR" sz="1000" dirty="0"/>
          </a:p>
        </p:txBody>
      </p:sp>
      <p:cxnSp>
        <p:nvCxnSpPr>
          <p:cNvPr id="131" name="Straight Connector 23">
            <a:extLst>
              <a:ext uri="{FF2B5EF4-FFF2-40B4-BE49-F238E27FC236}">
                <a16:creationId xmlns:a16="http://schemas.microsoft.com/office/drawing/2014/main" id="{102B292E-B065-F4C8-5DC6-2DC936DDD219}"/>
              </a:ext>
            </a:extLst>
          </p:cNvPr>
          <p:cNvCxnSpPr>
            <a:cxnSpLocks/>
            <a:stCxn id="54" idx="3"/>
            <a:endCxn id="130" idx="0"/>
          </p:cNvCxnSpPr>
          <p:nvPr/>
        </p:nvCxnSpPr>
        <p:spPr>
          <a:xfrm flipH="1">
            <a:off x="2911309" y="1135564"/>
            <a:ext cx="165321" cy="474305"/>
          </a:xfrm>
          <a:prstGeom prst="straightConnector1">
            <a:avLst/>
          </a:prstGeom>
          <a:ln w="6350">
            <a:solidFill>
              <a:srgbClr val="FF0000"/>
            </a:solidFill>
            <a:headEnd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A5817E9D-9EEE-40D4-C99C-E816505D890B}"/>
              </a:ext>
            </a:extLst>
          </p:cNvPr>
          <p:cNvSpPr txBox="1"/>
          <p:nvPr/>
        </p:nvSpPr>
        <p:spPr>
          <a:xfrm>
            <a:off x="2871081" y="1270875"/>
            <a:ext cx="7534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/>
              <a:t>B</a:t>
            </a:r>
            <a:endParaRPr lang="en-KR" sz="1000" dirty="0"/>
          </a:p>
        </p:txBody>
      </p:sp>
      <p:cxnSp>
        <p:nvCxnSpPr>
          <p:cNvPr id="135" name="Straight Connector 23">
            <a:extLst>
              <a:ext uri="{FF2B5EF4-FFF2-40B4-BE49-F238E27FC236}">
                <a16:creationId xmlns:a16="http://schemas.microsoft.com/office/drawing/2014/main" id="{FAEEC4FC-DBF6-7C31-846E-42BFF0B1981F}"/>
              </a:ext>
            </a:extLst>
          </p:cNvPr>
          <p:cNvCxnSpPr>
            <a:cxnSpLocks/>
            <a:stCxn id="130" idx="6"/>
            <a:endCxn id="119" idx="3"/>
          </p:cNvCxnSpPr>
          <p:nvPr/>
        </p:nvCxnSpPr>
        <p:spPr>
          <a:xfrm flipV="1">
            <a:off x="3039178" y="1514843"/>
            <a:ext cx="442829" cy="221747"/>
          </a:xfrm>
          <a:prstGeom prst="straightConnector1">
            <a:avLst/>
          </a:prstGeom>
          <a:ln w="6350">
            <a:solidFill>
              <a:srgbClr val="FF0000"/>
            </a:solidFill>
            <a:headEnd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93C6506E-8F7F-212D-EDF9-232C9682DCAD}"/>
              </a:ext>
            </a:extLst>
          </p:cNvPr>
          <p:cNvSpPr txBox="1"/>
          <p:nvPr/>
        </p:nvSpPr>
        <p:spPr>
          <a:xfrm>
            <a:off x="3198498" y="1672306"/>
            <a:ext cx="19556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/>
              <a:t>P( )</a:t>
            </a:r>
            <a:endParaRPr lang="en-KR" sz="1000" dirty="0"/>
          </a:p>
        </p:txBody>
      </p:sp>
    </p:spTree>
    <p:extLst>
      <p:ext uri="{BB962C8B-B14F-4D97-AF65-F5344CB8AC3E}">
        <p14:creationId xmlns:p14="http://schemas.microsoft.com/office/powerpoint/2010/main" val="1679652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6350"/>
      </a:spPr>
      <a:bodyPr rtlCol="0" anchor="ctr"/>
      <a:lstStyle>
        <a:defPPr algn="ctr">
          <a:defRPr sz="1000" dirty="0"/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>
        <a:ln w="6350">
          <a:solidFill>
            <a:srgbClr val="FF0000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0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28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이승진</dc:creator>
  <cp:lastModifiedBy>이승진</cp:lastModifiedBy>
  <cp:revision>6</cp:revision>
  <dcterms:created xsi:type="dcterms:W3CDTF">2025-06-18T05:00:22Z</dcterms:created>
  <dcterms:modified xsi:type="dcterms:W3CDTF">2025-12-09T09:31:33Z</dcterms:modified>
</cp:coreProperties>
</file>