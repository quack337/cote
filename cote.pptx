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359AF-7B8F-4C92-A384-7B65AAFCEEB6}" v="4" dt="2025-06-20T22:55:42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 autoAdjust="0"/>
    <p:restoredTop sz="94719"/>
  </p:normalViewPr>
  <p:slideViewPr>
    <p:cSldViewPr snapToGrid="0">
      <p:cViewPr varScale="1">
        <p:scale>
          <a:sx n="156" d="100"/>
          <a:sy n="156" d="100"/>
        </p:scale>
        <p:origin x="6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진" userId="57c4eee3-e530-4bc5-994b-50cae7b3df22" providerId="ADAL" clId="{EB6359AF-7B8F-4C92-A384-7B65AAFCEEB6}"/>
    <pc:docChg chg="custSel modSld">
      <pc:chgData name="이승진" userId="57c4eee3-e530-4bc5-994b-50cae7b3df22" providerId="ADAL" clId="{EB6359AF-7B8F-4C92-A384-7B65AAFCEEB6}" dt="2025-06-24T19:07:09.280" v="44" actId="3064"/>
      <pc:docMkLst>
        <pc:docMk/>
      </pc:docMkLst>
      <pc:sldChg chg="addSp delSp modSp mod">
        <pc:chgData name="이승진" userId="57c4eee3-e530-4bc5-994b-50cae7b3df22" providerId="ADAL" clId="{EB6359AF-7B8F-4C92-A384-7B65AAFCEEB6}" dt="2025-06-24T19:07:09.280" v="44" actId="3064"/>
        <pc:sldMkLst>
          <pc:docMk/>
          <pc:sldMk cId="1679652878" sldId="256"/>
        </pc:sldMkLst>
        <pc:spChg chg="mod">
          <ac:chgData name="이승진" userId="57c4eee3-e530-4bc5-994b-50cae7b3df22" providerId="ADAL" clId="{EB6359AF-7B8F-4C92-A384-7B65AAFCEEB6}" dt="2025-06-24T19:07:09.280" v="44" actId="3064"/>
          <ac:spMkLst>
            <pc:docMk/>
            <pc:sldMk cId="1679652878" sldId="256"/>
            <ac:spMk id="2" creationId="{27A7A920-A48B-3061-456B-216B9E42F18C}"/>
          </ac:spMkLst>
        </pc:spChg>
        <pc:spChg chg="add mod">
          <ac:chgData name="이승진" userId="57c4eee3-e530-4bc5-994b-50cae7b3df22" providerId="ADAL" clId="{EB6359AF-7B8F-4C92-A384-7B65AAFCEEB6}" dt="2025-06-19T04:57:14.600" v="33" actId="1076"/>
          <ac:spMkLst>
            <pc:docMk/>
            <pc:sldMk cId="1679652878" sldId="256"/>
            <ac:spMk id="4" creationId="{8749F2F9-D534-037D-DF62-887A3C4E80BE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3" creationId="{C1CAA84D-1BE2-B2EF-6FC5-15AC03BE0DC6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5" creationId="{C94DA40D-5513-D1BC-FBA8-582A947DA832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9" creationId="{51F971D1-27DA-0B1F-6062-F4977C40D3EB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101" creationId="{203284D8-C50D-0CC4-0279-117B8BD7D248}"/>
          </ac:spMkLst>
        </pc:spChg>
        <pc:graphicFrameChg chg="add mod">
          <ac:chgData name="이승진" userId="57c4eee3-e530-4bc5-994b-50cae7b3df22" providerId="ADAL" clId="{EB6359AF-7B8F-4C92-A384-7B65AAFCEEB6}" dt="2025-06-20T22:55:42.037" v="43"/>
          <ac:graphicFrameMkLst>
            <pc:docMk/>
            <pc:sldMk cId="1679652878" sldId="256"/>
            <ac:graphicFrameMk id="3" creationId="{6A07B54A-3B2E-603E-9558-4AE471D7EDC3}"/>
          </ac:graphicFrameMkLst>
        </pc:graphicFrameChg>
        <pc:cxnChg chg="add mod">
          <ac:chgData name="이승진" userId="57c4eee3-e530-4bc5-994b-50cae7b3df22" providerId="ADAL" clId="{EB6359AF-7B8F-4C92-A384-7B65AAFCEEB6}" dt="2025-06-19T04:58:19.815" v="42" actId="14100"/>
          <ac:cxnSpMkLst>
            <pc:docMk/>
            <pc:sldMk cId="1679652878" sldId="256"/>
            <ac:cxnSpMk id="6" creationId="{644DE855-DD67-A102-886B-E206D479E5E5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94" creationId="{C7760A2B-37A5-DECD-302E-769C19F7A9D1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97" creationId="{27056801-FC39-66F2-EEC3-8F5B2480F870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102" creationId="{20C1D5B4-26D3-6D2F-9346-C16CFFA62F6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1456-DE0C-E130-4CAF-BB09946F1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78825-AD8A-2EBD-0BCB-FA074B4F7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D0C98-262F-18BE-EFA1-FEBA3298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6FA9A-DBEB-2519-FF0C-625E2190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4BCC6-1BEF-9513-F87D-6A8C37C2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87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8D09-D325-F7BF-D51E-4EE6868E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9B856-2EFF-62C3-298E-F46CCB05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32C48-084A-6304-F74E-C7F5E53C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875CF-C43D-89FA-7341-B4081E4D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95B43-4360-BBEB-7E3A-1A057F4D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A9D6-1E2F-7643-BB2B-3598C9BF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68913-3A8F-DA8B-678E-F242527FC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0656A-97B6-45A7-9D2C-4C4002597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7A41E-8E09-1C64-2203-7CB7C785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1210-EA12-16E6-6258-0F202F36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46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86ED-2993-69F7-7E8A-329B6993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7D708-4315-1882-5567-42FCC0842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DCE94-FEAB-CAD6-BECF-F419B9C80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8511E-BF83-15BF-65EA-DDF6BDC0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7E402-DC1C-3035-42C4-1C491770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9993C-49D8-E52E-B48F-8B1EAC77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14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326A-47D7-D92F-EE06-AC46DE75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B81BA-AC1E-3660-1D48-24210D485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C29DB-8D77-C794-4186-1971B9C39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1CCD6-9CB6-BD13-F549-522ABD019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8F0B9-0AF6-BD9C-4E33-DB45365E4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8B6A3-A83F-FAF5-7103-38579FF4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506BD-CC7C-DF86-17F0-1B0D7CB4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E9B99-09AC-F240-5788-C577693B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87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6B63-134E-3263-3350-DAF88987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57853-8768-0A43-2903-45D61D8D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992D3-ACCF-DD4F-D242-D1136631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9D5BD-D987-1381-BB53-BA22A172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129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98106-1BA7-B0E1-38B9-442ACAAB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D0E6A-2748-8694-AEA3-1E869B64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C1C71-870E-264A-2B8C-FD8A5D43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85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48C1-4AC8-0AE8-BC37-E37F0301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A5EA-5C6C-A370-7112-25AA82EEA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35B4D-7ED3-66BA-2D7A-ECDF7B49D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AAD75-73C9-AD31-DFC4-4D9F286E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3C187-7C26-F246-DAB7-4B2D7708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0BD6-B699-B0D2-852C-CD1E3277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8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D7A2-4E38-FF82-7F0A-AA6016E0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B5515-BEDB-AFAE-4889-9A9576F05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BDE90-0D38-31D9-E64D-F1B8A54EB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B752F-7C32-B03F-46D9-88DD3E36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96C9C-3F17-ED86-454B-5BAF7CD9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D36D0-1E38-5CF4-3A6B-96FC7752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98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316D-93D6-51A2-E64F-DE4142E4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88C5E-F108-23CB-856C-43643FCE8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F6BDE-E528-0256-6B15-2FCD2420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DDBF-C3AB-3403-0F5B-D78B52C9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78768-DCED-4DE2-4FCA-15EE6CCB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16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BF2A9-A931-924D-A2A2-CFC737BEB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CB469-F1C1-9230-357D-0F64C03C4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D1C72-380B-FB7D-E5F0-73AC33AE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2AA75-6656-7177-12E6-CD348DBE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85730-E433-B65F-BCE7-218B24D8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32354-E469-AD2D-F8E6-0BDEC8A5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7E986-BC5B-40C1-0B86-F98D541ED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B242-CE93-29BD-994B-F290278ED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A0071-D323-4306-B194-69F113F61C9F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44C48-AE27-5C08-25F8-A798E24AA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6DEE-ABAA-5643-EA0C-45F82FBB4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22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7A920-A48B-3061-456B-216B9E42F18C}"/>
              </a:ext>
            </a:extLst>
          </p:cNvPr>
          <p:cNvSpPr txBox="1"/>
          <p:nvPr/>
        </p:nvSpPr>
        <p:spPr>
          <a:xfrm>
            <a:off x="287079" y="34024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설명</a:t>
            </a:r>
            <a:endParaRPr lang="en-KR" sz="10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1CAA84D-1BE2-B2EF-6FC5-15AC03BE0DC6}"/>
              </a:ext>
            </a:extLst>
          </p:cNvPr>
          <p:cNvSpPr/>
          <p:nvPr/>
        </p:nvSpPr>
        <p:spPr>
          <a:xfrm>
            <a:off x="682580" y="980602"/>
            <a:ext cx="180000" cy="180000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en-KR" sz="1000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7760A2B-37A5-DECD-302E-769C19F7A9D1}"/>
              </a:ext>
            </a:extLst>
          </p:cNvPr>
          <p:cNvCxnSpPr>
            <a:cxnSpLocks/>
            <a:stCxn id="93" idx="4"/>
            <a:endCxn id="95" idx="0"/>
          </p:cNvCxnSpPr>
          <p:nvPr/>
        </p:nvCxnSpPr>
        <p:spPr>
          <a:xfrm>
            <a:off x="772580" y="1160602"/>
            <a:ext cx="0" cy="273734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C94DA40D-5513-D1BC-FBA8-582A947DA832}"/>
              </a:ext>
            </a:extLst>
          </p:cNvPr>
          <p:cNvSpPr/>
          <p:nvPr/>
        </p:nvSpPr>
        <p:spPr>
          <a:xfrm>
            <a:off x="682580" y="1434336"/>
            <a:ext cx="180000" cy="180000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en-KR" sz="1000" dirty="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7056801-FC39-66F2-EEC3-8F5B2480F870}"/>
              </a:ext>
            </a:extLst>
          </p:cNvPr>
          <p:cNvCxnSpPr>
            <a:cxnSpLocks/>
            <a:stCxn id="101" idx="7"/>
            <a:endCxn id="95" idx="3"/>
          </p:cNvCxnSpPr>
          <p:nvPr/>
        </p:nvCxnSpPr>
        <p:spPr>
          <a:xfrm flipV="1">
            <a:off x="515704" y="1587976"/>
            <a:ext cx="193236" cy="261485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51F971D1-27DA-0B1F-6062-F4977C40D3EB}"/>
              </a:ext>
            </a:extLst>
          </p:cNvPr>
          <p:cNvSpPr/>
          <p:nvPr/>
        </p:nvSpPr>
        <p:spPr>
          <a:xfrm>
            <a:off x="1063782" y="1823101"/>
            <a:ext cx="180000" cy="180000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en-KR" sz="1000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03284D8-C50D-0CC4-0279-117B8BD7D248}"/>
              </a:ext>
            </a:extLst>
          </p:cNvPr>
          <p:cNvSpPr/>
          <p:nvPr/>
        </p:nvSpPr>
        <p:spPr>
          <a:xfrm>
            <a:off x="362064" y="1823101"/>
            <a:ext cx="180000" cy="180000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en-KR" sz="1000" dirty="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0C1D5B4-26D3-6D2F-9346-C16CFFA62F6D}"/>
              </a:ext>
            </a:extLst>
          </p:cNvPr>
          <p:cNvCxnSpPr>
            <a:cxnSpLocks/>
            <a:stCxn id="99" idx="1"/>
            <a:endCxn id="95" idx="5"/>
          </p:cNvCxnSpPr>
          <p:nvPr/>
        </p:nvCxnSpPr>
        <p:spPr>
          <a:xfrm flipH="1" flipV="1">
            <a:off x="836220" y="1587976"/>
            <a:ext cx="253922" cy="261485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49F2F9-D534-037D-DF62-887A3C4E80BE}"/>
              </a:ext>
            </a:extLst>
          </p:cNvPr>
          <p:cNvSpPr txBox="1"/>
          <p:nvPr/>
        </p:nvSpPr>
        <p:spPr>
          <a:xfrm>
            <a:off x="963181" y="1587976"/>
            <a:ext cx="7053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/>
              <a:t>5</a:t>
            </a:r>
            <a:endParaRPr lang="en-KR" sz="1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4DE855-DD67-A102-886B-E206D479E5E5}"/>
              </a:ext>
            </a:extLst>
          </p:cNvPr>
          <p:cNvCxnSpPr>
            <a:cxnSpLocks/>
          </p:cNvCxnSpPr>
          <p:nvPr/>
        </p:nvCxnSpPr>
        <p:spPr>
          <a:xfrm>
            <a:off x="1301025" y="1044750"/>
            <a:ext cx="392763" cy="0"/>
          </a:xfrm>
          <a:prstGeom prst="line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07B54A-3B2E-603E-9558-4AE471D7E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285346"/>
              </p:ext>
            </p:extLst>
          </p:nvPr>
        </p:nvGraphicFramePr>
        <p:xfrm>
          <a:off x="2687967" y="1441173"/>
          <a:ext cx="2632735" cy="2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105">
                  <a:extLst>
                    <a:ext uri="{9D8B030D-6E8A-4147-A177-3AD203B41FA5}">
                      <a16:colId xmlns:a16="http://schemas.microsoft.com/office/drawing/2014/main" val="1271791858"/>
                    </a:ext>
                  </a:extLst>
                </a:gridCol>
                <a:gridCol w="376105">
                  <a:extLst>
                    <a:ext uri="{9D8B030D-6E8A-4147-A177-3AD203B41FA5}">
                      <a16:colId xmlns:a16="http://schemas.microsoft.com/office/drawing/2014/main" val="3318247580"/>
                    </a:ext>
                  </a:extLst>
                </a:gridCol>
                <a:gridCol w="376105">
                  <a:extLst>
                    <a:ext uri="{9D8B030D-6E8A-4147-A177-3AD203B41FA5}">
                      <a16:colId xmlns:a16="http://schemas.microsoft.com/office/drawing/2014/main" val="3609688393"/>
                    </a:ext>
                  </a:extLst>
                </a:gridCol>
                <a:gridCol w="376105">
                  <a:extLst>
                    <a:ext uri="{9D8B030D-6E8A-4147-A177-3AD203B41FA5}">
                      <a16:colId xmlns:a16="http://schemas.microsoft.com/office/drawing/2014/main" val="3546404492"/>
                    </a:ext>
                  </a:extLst>
                </a:gridCol>
                <a:gridCol w="376105">
                  <a:extLst>
                    <a:ext uri="{9D8B030D-6E8A-4147-A177-3AD203B41FA5}">
                      <a16:colId xmlns:a16="http://schemas.microsoft.com/office/drawing/2014/main" val="2876832507"/>
                    </a:ext>
                  </a:extLst>
                </a:gridCol>
                <a:gridCol w="376105">
                  <a:extLst>
                    <a:ext uri="{9D8B030D-6E8A-4147-A177-3AD203B41FA5}">
                      <a16:colId xmlns:a16="http://schemas.microsoft.com/office/drawing/2014/main" val="2407244346"/>
                    </a:ext>
                  </a:extLst>
                </a:gridCol>
                <a:gridCol w="376105">
                  <a:extLst>
                    <a:ext uri="{9D8B030D-6E8A-4147-A177-3AD203B41FA5}">
                      <a16:colId xmlns:a16="http://schemas.microsoft.com/office/drawing/2014/main" val="2582795528"/>
                    </a:ext>
                  </a:extLst>
                </a:gridCol>
              </a:tblGrid>
              <a:tr h="21512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97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65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6350"/>
      </a:spPr>
      <a:bodyPr rtlCol="0" anchor="ctr"/>
      <a:lstStyle>
        <a:defPPr algn="ctr">
          <a:defRPr sz="1000" dirty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6350">
          <a:solidFill>
            <a:srgbClr val="FF0000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이승진</dc:creator>
  <cp:lastModifiedBy>이승진</cp:lastModifiedBy>
  <cp:revision>3</cp:revision>
  <dcterms:created xsi:type="dcterms:W3CDTF">2025-06-18T05:00:22Z</dcterms:created>
  <dcterms:modified xsi:type="dcterms:W3CDTF">2025-06-24T19:07:10Z</dcterms:modified>
</cp:coreProperties>
</file>